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05" r:id="rId3"/>
    <p:sldId id="306" r:id="rId4"/>
    <p:sldId id="307" r:id="rId5"/>
    <p:sldId id="303" r:id="rId6"/>
    <p:sldId id="308" r:id="rId7"/>
    <p:sldId id="310" r:id="rId8"/>
    <p:sldId id="309" r:id="rId9"/>
    <p:sldId id="311" r:id="rId10"/>
    <p:sldId id="312" r:id="rId11"/>
    <p:sldId id="313" r:id="rId12"/>
    <p:sldId id="314" r:id="rId13"/>
    <p:sldId id="316" r:id="rId14"/>
    <p:sldId id="317" r:id="rId15"/>
    <p:sldId id="318" r:id="rId16"/>
    <p:sldId id="264" r:id="rId17"/>
    <p:sldId id="315" r:id="rId18"/>
    <p:sldId id="319" r:id="rId19"/>
    <p:sldId id="320" r:id="rId20"/>
    <p:sldId id="321" r:id="rId21"/>
    <p:sldId id="322" r:id="rId22"/>
    <p:sldId id="323" r:id="rId23"/>
    <p:sldId id="326" r:id="rId24"/>
    <p:sldId id="327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78CFEC-F586-467E-871D-E6F6DA257B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C6B72D8-EDBF-4975-B8B1-DB54BAAAA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28AED85-A474-4787-831B-F9CE843F1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6D01-A08A-4F6E-94FF-5A6EA0F82A38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865581-8ED7-40BE-B857-1946F8CDE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DBAD23-1019-4EC1-BB59-3BAC9FFA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0747-42A3-4CF3-89E3-4201C11039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1036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18CC28-22AE-4EE3-BB6F-3BAEBE330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57B5CA-65E9-49BD-A538-748A2350C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D7198D-E5CB-4CDF-BB16-8B37751FE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6D01-A08A-4F6E-94FF-5A6EA0F82A38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33C75F5-4691-4B9C-8A8B-57679D9F3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F46D20-058D-4134-9FFA-28EE57BF4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0747-42A3-4CF3-89E3-4201C11039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0847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99BD23-B3EA-4D58-8744-F481F99AA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FC9CCDF-78EF-4000-B029-6EF35122B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07AFAE-5C22-43FC-B5F4-F1862B18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6D01-A08A-4F6E-94FF-5A6EA0F82A38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51CBFB5-FE2F-45BF-A9BB-CFD29EE26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097813D-D656-43EF-AFF2-769BB8232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0747-42A3-4CF3-89E3-4201C11039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3098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A0683A-987B-4C66-BE47-4F0C20C94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A7DB3D-04B5-4510-939A-B7F327A749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DF80690-13BE-4A7C-996E-165392D4E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66C15EA-7F5F-435C-9791-8F999300D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6D01-A08A-4F6E-94FF-5A6EA0F82A38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4EF0ECA-1A31-43B7-83A4-CC9E06A3B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7DB219E-B14E-4B26-8462-215E9F5E5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0747-42A3-4CF3-89E3-4201C11039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6397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EE6B3E-6418-4BC4-9689-2FBC4EF12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8D963EE-B108-4E22-8DDD-C33BF98F0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A5E3C15-F12F-411D-BCFE-C8F215111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AF9AFAA-7064-4C5D-9CC9-617A0A77A1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68EE87A-D8E0-4F1B-BE05-D66B87F3A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5E46A1D-319E-44AA-85E7-4A28F9154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6D01-A08A-4F6E-94FF-5A6EA0F82A38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BBA61E5-DECC-4109-8B87-7DB5B9B5A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F747412-12CB-4074-A76D-2BF1C8CC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0747-42A3-4CF3-89E3-4201C11039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052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6859C6-AC22-4062-ADBA-393BDAE07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953E4B7-10B7-4174-AB9C-B628AF790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6D01-A08A-4F6E-94FF-5A6EA0F82A38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0E91CB4-7B67-434F-AF31-E68AEF27F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6C47DEA-BB06-4FD5-9099-8A7248D7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0747-42A3-4CF3-89E3-4201C11039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4364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73F18D8-5174-402C-AAD6-1BCA5B7C7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6D01-A08A-4F6E-94FF-5A6EA0F82A38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5AAB364-45ED-4014-837A-9329B55E1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3F63CE-01F0-4D1C-A5FF-8C4F0B866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0747-42A3-4CF3-89E3-4201C11039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9888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075749-B123-40FF-A11B-5F3504ABE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7546B7-BFDB-4B04-B359-A9EE45D57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5081DFF-2108-44E1-BAAB-9F85E5376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9F06AC7-3E35-49E1-B34C-CC03096EE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6D01-A08A-4F6E-94FF-5A6EA0F82A38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BF74CEB-25FF-4703-8ED8-4B638707D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970314C-464E-46DF-AC73-36C021FAA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0747-42A3-4CF3-89E3-4201C11039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9429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27DCCB-9E1B-4E56-8AB3-AE79489E4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71083C8-352C-42AB-9F2C-2938F322F5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E01B63-C6E1-4391-AACB-2F4D93D26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9FC88BA-9AEC-4F02-BAA9-706F095EB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6D01-A08A-4F6E-94FF-5A6EA0F82A38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25CE756-F2FB-4828-926E-71BC9DA1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A6373F-A5A7-447F-A31D-FBC6EB01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0747-42A3-4CF3-89E3-4201C11039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1989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7DBE4F-E6ED-4EC3-965D-E718415C6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C145A0D-79B0-4291-BBD3-B4A62063F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3ABC2E-9E99-4BAD-8199-3C1124DA4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6D01-A08A-4F6E-94FF-5A6EA0F82A38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8CBAAF-17CA-48D9-AC75-7D29ED0E4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702554-B067-4F1B-8BCD-AE5AE6E58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0747-42A3-4CF3-89E3-4201C11039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7065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97AD466-FC0F-4AFC-BCE8-D0F1C3B10F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B327C62-74CA-4568-B3AD-8A523F62A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8BB371-C4AC-4DD4-8858-F777EF097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6D01-A08A-4F6E-94FF-5A6EA0F82A38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708A8C-FA76-42D2-87A1-6282E24DA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4E1AC8-85BE-43EF-B989-9D59816E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0747-42A3-4CF3-89E3-4201C11039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4243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01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B9F80E70-C8F3-3249-8AAB-9E9A482B0C96}"/>
              </a:ext>
            </a:extLst>
          </p:cNvPr>
          <p:cNvGrpSpPr/>
          <p:nvPr userDrawn="1"/>
        </p:nvGrpSpPr>
        <p:grpSpPr>
          <a:xfrm rot="10800000">
            <a:off x="-134093" y="4697446"/>
            <a:ext cx="3022952" cy="2240370"/>
            <a:chOff x="-620996" y="702746"/>
            <a:chExt cx="5975968" cy="5265438"/>
          </a:xfrm>
        </p:grpSpPr>
        <p:sp>
          <p:nvSpPr>
            <p:cNvPr id="21" name="手繪多邊形 20">
              <a:extLst>
                <a:ext uri="{FF2B5EF4-FFF2-40B4-BE49-F238E27FC236}">
                  <a16:creationId xmlns:a16="http://schemas.microsoft.com/office/drawing/2014/main" id="{E47519D3-263E-A84B-8CB0-E475B98F0E67}"/>
                </a:ext>
              </a:extLst>
            </p:cNvPr>
            <p:cNvSpPr/>
            <p:nvPr userDrawn="1"/>
          </p:nvSpPr>
          <p:spPr>
            <a:xfrm>
              <a:off x="-620996" y="783307"/>
              <a:ext cx="5885306" cy="5184877"/>
            </a:xfrm>
            <a:custGeom>
              <a:avLst/>
              <a:gdLst>
                <a:gd name="connsiteX0" fmla="*/ 47897 w 8063489"/>
                <a:gd name="connsiteY0" fmla="*/ 0 h 6769721"/>
                <a:gd name="connsiteX1" fmla="*/ 210025 w 8063489"/>
                <a:gd name="connsiteY1" fmla="*/ 622570 h 6769721"/>
                <a:gd name="connsiteX2" fmla="*/ 2501 w 8063489"/>
                <a:gd name="connsiteY2" fmla="*/ 1757464 h 6769721"/>
                <a:gd name="connsiteX3" fmla="*/ 138689 w 8063489"/>
                <a:gd name="connsiteY3" fmla="*/ 2431915 h 6769721"/>
                <a:gd name="connsiteX4" fmla="*/ 722348 w 8063489"/>
                <a:gd name="connsiteY4" fmla="*/ 2749685 h 6769721"/>
                <a:gd name="connsiteX5" fmla="*/ 1403284 w 8063489"/>
                <a:gd name="connsiteY5" fmla="*/ 2905327 h 6769721"/>
                <a:gd name="connsiteX6" fmla="*/ 1727540 w 8063489"/>
                <a:gd name="connsiteY6" fmla="*/ 3177702 h 6769721"/>
                <a:gd name="connsiteX7" fmla="*/ 1850757 w 8063489"/>
                <a:gd name="connsiteY7" fmla="*/ 3476017 h 6769721"/>
                <a:gd name="connsiteX8" fmla="*/ 1870212 w 8063489"/>
                <a:gd name="connsiteY8" fmla="*/ 4241259 h 6769721"/>
                <a:gd name="connsiteX9" fmla="*/ 2129616 w 8063489"/>
                <a:gd name="connsiteY9" fmla="*/ 4876800 h 6769721"/>
                <a:gd name="connsiteX10" fmla="*/ 2706791 w 8063489"/>
                <a:gd name="connsiteY10" fmla="*/ 5389123 h 6769721"/>
                <a:gd name="connsiteX11" fmla="*/ 3446093 w 8063489"/>
                <a:gd name="connsiteY11" fmla="*/ 5551251 h 6769721"/>
                <a:gd name="connsiteX12" fmla="*/ 4036237 w 8063489"/>
                <a:gd name="connsiteY12" fmla="*/ 5395608 h 6769721"/>
                <a:gd name="connsiteX13" fmla="*/ 4535591 w 8063489"/>
                <a:gd name="connsiteY13" fmla="*/ 4967591 h 6769721"/>
                <a:gd name="connsiteX14" fmla="*/ 4924697 w 8063489"/>
                <a:gd name="connsiteY14" fmla="*/ 4824919 h 6769721"/>
                <a:gd name="connsiteX15" fmla="*/ 5287863 w 8063489"/>
                <a:gd name="connsiteY15" fmla="*/ 5012987 h 6769721"/>
                <a:gd name="connsiteX16" fmla="*/ 5612118 w 8063489"/>
                <a:gd name="connsiteY16" fmla="*/ 5460459 h 6769721"/>
                <a:gd name="connsiteX17" fmla="*/ 6079046 w 8063489"/>
                <a:gd name="connsiteY17" fmla="*/ 6180306 h 6769721"/>
                <a:gd name="connsiteX18" fmla="*/ 6734042 w 8063489"/>
                <a:gd name="connsiteY18" fmla="*/ 6627779 h 6769721"/>
                <a:gd name="connsiteX19" fmla="*/ 7479829 w 8063489"/>
                <a:gd name="connsiteY19" fmla="*/ 6763966 h 6769721"/>
                <a:gd name="connsiteX20" fmla="*/ 8063489 w 8063489"/>
                <a:gd name="connsiteY20" fmla="*/ 6731540 h 6769721"/>
                <a:gd name="connsiteX0" fmla="*/ 47897 w 8225617"/>
                <a:gd name="connsiteY0" fmla="*/ 0 h 6767583"/>
                <a:gd name="connsiteX1" fmla="*/ 210025 w 8225617"/>
                <a:gd name="connsiteY1" fmla="*/ 622570 h 6767583"/>
                <a:gd name="connsiteX2" fmla="*/ 2501 w 8225617"/>
                <a:gd name="connsiteY2" fmla="*/ 1757464 h 6767583"/>
                <a:gd name="connsiteX3" fmla="*/ 138689 w 8225617"/>
                <a:gd name="connsiteY3" fmla="*/ 2431915 h 6767583"/>
                <a:gd name="connsiteX4" fmla="*/ 722348 w 8225617"/>
                <a:gd name="connsiteY4" fmla="*/ 2749685 h 6767583"/>
                <a:gd name="connsiteX5" fmla="*/ 1403284 w 8225617"/>
                <a:gd name="connsiteY5" fmla="*/ 2905327 h 6767583"/>
                <a:gd name="connsiteX6" fmla="*/ 1727540 w 8225617"/>
                <a:gd name="connsiteY6" fmla="*/ 3177702 h 6767583"/>
                <a:gd name="connsiteX7" fmla="*/ 1850757 w 8225617"/>
                <a:gd name="connsiteY7" fmla="*/ 3476017 h 6767583"/>
                <a:gd name="connsiteX8" fmla="*/ 1870212 w 8225617"/>
                <a:gd name="connsiteY8" fmla="*/ 4241259 h 6767583"/>
                <a:gd name="connsiteX9" fmla="*/ 2129616 w 8225617"/>
                <a:gd name="connsiteY9" fmla="*/ 4876800 h 6767583"/>
                <a:gd name="connsiteX10" fmla="*/ 2706791 w 8225617"/>
                <a:gd name="connsiteY10" fmla="*/ 5389123 h 6767583"/>
                <a:gd name="connsiteX11" fmla="*/ 3446093 w 8225617"/>
                <a:gd name="connsiteY11" fmla="*/ 5551251 h 6767583"/>
                <a:gd name="connsiteX12" fmla="*/ 4036237 w 8225617"/>
                <a:gd name="connsiteY12" fmla="*/ 5395608 h 6767583"/>
                <a:gd name="connsiteX13" fmla="*/ 4535591 w 8225617"/>
                <a:gd name="connsiteY13" fmla="*/ 4967591 h 6767583"/>
                <a:gd name="connsiteX14" fmla="*/ 4924697 w 8225617"/>
                <a:gd name="connsiteY14" fmla="*/ 4824919 h 6767583"/>
                <a:gd name="connsiteX15" fmla="*/ 5287863 w 8225617"/>
                <a:gd name="connsiteY15" fmla="*/ 5012987 h 6767583"/>
                <a:gd name="connsiteX16" fmla="*/ 5612118 w 8225617"/>
                <a:gd name="connsiteY16" fmla="*/ 5460459 h 6767583"/>
                <a:gd name="connsiteX17" fmla="*/ 6079046 w 8225617"/>
                <a:gd name="connsiteY17" fmla="*/ 6180306 h 6767583"/>
                <a:gd name="connsiteX18" fmla="*/ 6734042 w 8225617"/>
                <a:gd name="connsiteY18" fmla="*/ 6627779 h 6767583"/>
                <a:gd name="connsiteX19" fmla="*/ 7479829 w 8225617"/>
                <a:gd name="connsiteY19" fmla="*/ 6763966 h 6767583"/>
                <a:gd name="connsiteX20" fmla="*/ 8225617 w 8225617"/>
                <a:gd name="connsiteY20" fmla="*/ 6718570 h 6767583"/>
                <a:gd name="connsiteX0" fmla="*/ 47897 w 8225617"/>
                <a:gd name="connsiteY0" fmla="*/ 0 h 6767583"/>
                <a:gd name="connsiteX1" fmla="*/ 210025 w 8225617"/>
                <a:gd name="connsiteY1" fmla="*/ 622570 h 6767583"/>
                <a:gd name="connsiteX2" fmla="*/ 2501 w 8225617"/>
                <a:gd name="connsiteY2" fmla="*/ 1757464 h 6767583"/>
                <a:gd name="connsiteX3" fmla="*/ 138689 w 8225617"/>
                <a:gd name="connsiteY3" fmla="*/ 2431915 h 6767583"/>
                <a:gd name="connsiteX4" fmla="*/ 722348 w 8225617"/>
                <a:gd name="connsiteY4" fmla="*/ 2749685 h 6767583"/>
                <a:gd name="connsiteX5" fmla="*/ 1403284 w 8225617"/>
                <a:gd name="connsiteY5" fmla="*/ 2905327 h 6767583"/>
                <a:gd name="connsiteX6" fmla="*/ 1727540 w 8225617"/>
                <a:gd name="connsiteY6" fmla="*/ 3177702 h 6767583"/>
                <a:gd name="connsiteX7" fmla="*/ 1850757 w 8225617"/>
                <a:gd name="connsiteY7" fmla="*/ 3476017 h 6767583"/>
                <a:gd name="connsiteX8" fmla="*/ 1870212 w 8225617"/>
                <a:gd name="connsiteY8" fmla="*/ 4241259 h 6767583"/>
                <a:gd name="connsiteX9" fmla="*/ 2129616 w 8225617"/>
                <a:gd name="connsiteY9" fmla="*/ 4876800 h 6767583"/>
                <a:gd name="connsiteX10" fmla="*/ 2706791 w 8225617"/>
                <a:gd name="connsiteY10" fmla="*/ 5389123 h 6767583"/>
                <a:gd name="connsiteX11" fmla="*/ 3446093 w 8225617"/>
                <a:gd name="connsiteY11" fmla="*/ 5551251 h 6767583"/>
                <a:gd name="connsiteX12" fmla="*/ 4036237 w 8225617"/>
                <a:gd name="connsiteY12" fmla="*/ 5395608 h 6767583"/>
                <a:gd name="connsiteX13" fmla="*/ 4535591 w 8225617"/>
                <a:gd name="connsiteY13" fmla="*/ 4967591 h 6767583"/>
                <a:gd name="connsiteX14" fmla="*/ 4924697 w 8225617"/>
                <a:gd name="connsiteY14" fmla="*/ 4824919 h 6767583"/>
                <a:gd name="connsiteX15" fmla="*/ 5313804 w 8225617"/>
                <a:gd name="connsiteY15" fmla="*/ 4948136 h 6767583"/>
                <a:gd name="connsiteX16" fmla="*/ 5612118 w 8225617"/>
                <a:gd name="connsiteY16" fmla="*/ 5460459 h 6767583"/>
                <a:gd name="connsiteX17" fmla="*/ 6079046 w 8225617"/>
                <a:gd name="connsiteY17" fmla="*/ 6180306 h 6767583"/>
                <a:gd name="connsiteX18" fmla="*/ 6734042 w 8225617"/>
                <a:gd name="connsiteY18" fmla="*/ 6627779 h 6767583"/>
                <a:gd name="connsiteX19" fmla="*/ 7479829 w 8225617"/>
                <a:gd name="connsiteY19" fmla="*/ 6763966 h 6767583"/>
                <a:gd name="connsiteX20" fmla="*/ 8225617 w 8225617"/>
                <a:gd name="connsiteY20" fmla="*/ 6718570 h 6767583"/>
                <a:gd name="connsiteX0" fmla="*/ 47897 w 8225617"/>
                <a:gd name="connsiteY0" fmla="*/ 0 h 6767583"/>
                <a:gd name="connsiteX1" fmla="*/ 210025 w 8225617"/>
                <a:gd name="connsiteY1" fmla="*/ 622570 h 6767583"/>
                <a:gd name="connsiteX2" fmla="*/ 2501 w 8225617"/>
                <a:gd name="connsiteY2" fmla="*/ 1757464 h 6767583"/>
                <a:gd name="connsiteX3" fmla="*/ 138689 w 8225617"/>
                <a:gd name="connsiteY3" fmla="*/ 2431915 h 6767583"/>
                <a:gd name="connsiteX4" fmla="*/ 722348 w 8225617"/>
                <a:gd name="connsiteY4" fmla="*/ 2749685 h 6767583"/>
                <a:gd name="connsiteX5" fmla="*/ 1403284 w 8225617"/>
                <a:gd name="connsiteY5" fmla="*/ 2905327 h 6767583"/>
                <a:gd name="connsiteX6" fmla="*/ 1727540 w 8225617"/>
                <a:gd name="connsiteY6" fmla="*/ 3177702 h 6767583"/>
                <a:gd name="connsiteX7" fmla="*/ 1850757 w 8225617"/>
                <a:gd name="connsiteY7" fmla="*/ 3476017 h 6767583"/>
                <a:gd name="connsiteX8" fmla="*/ 1870212 w 8225617"/>
                <a:gd name="connsiteY8" fmla="*/ 4241259 h 6767583"/>
                <a:gd name="connsiteX9" fmla="*/ 2129616 w 8225617"/>
                <a:gd name="connsiteY9" fmla="*/ 4876800 h 6767583"/>
                <a:gd name="connsiteX10" fmla="*/ 2706791 w 8225617"/>
                <a:gd name="connsiteY10" fmla="*/ 5389123 h 6767583"/>
                <a:gd name="connsiteX11" fmla="*/ 3446093 w 8225617"/>
                <a:gd name="connsiteY11" fmla="*/ 5551251 h 6767583"/>
                <a:gd name="connsiteX12" fmla="*/ 4036237 w 8225617"/>
                <a:gd name="connsiteY12" fmla="*/ 5395608 h 6767583"/>
                <a:gd name="connsiteX13" fmla="*/ 4535591 w 8225617"/>
                <a:gd name="connsiteY13" fmla="*/ 4967591 h 6767583"/>
                <a:gd name="connsiteX14" fmla="*/ 4924697 w 8225617"/>
                <a:gd name="connsiteY14" fmla="*/ 4824919 h 6767583"/>
                <a:gd name="connsiteX15" fmla="*/ 5313804 w 8225617"/>
                <a:gd name="connsiteY15" fmla="*/ 4948136 h 6767583"/>
                <a:gd name="connsiteX16" fmla="*/ 5663998 w 8225617"/>
                <a:gd name="connsiteY16" fmla="*/ 5389123 h 6767583"/>
                <a:gd name="connsiteX17" fmla="*/ 6079046 w 8225617"/>
                <a:gd name="connsiteY17" fmla="*/ 6180306 h 6767583"/>
                <a:gd name="connsiteX18" fmla="*/ 6734042 w 8225617"/>
                <a:gd name="connsiteY18" fmla="*/ 6627779 h 6767583"/>
                <a:gd name="connsiteX19" fmla="*/ 7479829 w 8225617"/>
                <a:gd name="connsiteY19" fmla="*/ 6763966 h 6767583"/>
                <a:gd name="connsiteX20" fmla="*/ 8225617 w 8225617"/>
                <a:gd name="connsiteY20" fmla="*/ 6718570 h 6767583"/>
                <a:gd name="connsiteX0" fmla="*/ 47897 w 8225617"/>
                <a:gd name="connsiteY0" fmla="*/ 0 h 6767583"/>
                <a:gd name="connsiteX1" fmla="*/ 210025 w 8225617"/>
                <a:gd name="connsiteY1" fmla="*/ 622570 h 6767583"/>
                <a:gd name="connsiteX2" fmla="*/ 2501 w 8225617"/>
                <a:gd name="connsiteY2" fmla="*/ 1757464 h 6767583"/>
                <a:gd name="connsiteX3" fmla="*/ 138689 w 8225617"/>
                <a:gd name="connsiteY3" fmla="*/ 2431915 h 6767583"/>
                <a:gd name="connsiteX4" fmla="*/ 722348 w 8225617"/>
                <a:gd name="connsiteY4" fmla="*/ 2749685 h 6767583"/>
                <a:gd name="connsiteX5" fmla="*/ 1403284 w 8225617"/>
                <a:gd name="connsiteY5" fmla="*/ 2905327 h 6767583"/>
                <a:gd name="connsiteX6" fmla="*/ 1727540 w 8225617"/>
                <a:gd name="connsiteY6" fmla="*/ 3177702 h 6767583"/>
                <a:gd name="connsiteX7" fmla="*/ 1850757 w 8225617"/>
                <a:gd name="connsiteY7" fmla="*/ 3476017 h 6767583"/>
                <a:gd name="connsiteX8" fmla="*/ 1870212 w 8225617"/>
                <a:gd name="connsiteY8" fmla="*/ 4241259 h 6767583"/>
                <a:gd name="connsiteX9" fmla="*/ 2129616 w 8225617"/>
                <a:gd name="connsiteY9" fmla="*/ 4876800 h 6767583"/>
                <a:gd name="connsiteX10" fmla="*/ 2706791 w 8225617"/>
                <a:gd name="connsiteY10" fmla="*/ 5389123 h 6767583"/>
                <a:gd name="connsiteX11" fmla="*/ 3446093 w 8225617"/>
                <a:gd name="connsiteY11" fmla="*/ 5551251 h 6767583"/>
                <a:gd name="connsiteX12" fmla="*/ 4036237 w 8225617"/>
                <a:gd name="connsiteY12" fmla="*/ 5395608 h 6767583"/>
                <a:gd name="connsiteX13" fmla="*/ 4535591 w 8225617"/>
                <a:gd name="connsiteY13" fmla="*/ 4967591 h 6767583"/>
                <a:gd name="connsiteX14" fmla="*/ 4924697 w 8225617"/>
                <a:gd name="connsiteY14" fmla="*/ 4824919 h 6767583"/>
                <a:gd name="connsiteX15" fmla="*/ 5313804 w 8225617"/>
                <a:gd name="connsiteY15" fmla="*/ 4948136 h 6767583"/>
                <a:gd name="connsiteX16" fmla="*/ 5663998 w 8225617"/>
                <a:gd name="connsiteY16" fmla="*/ 5389123 h 6767583"/>
                <a:gd name="connsiteX17" fmla="*/ 6079046 w 8225617"/>
                <a:gd name="connsiteY17" fmla="*/ 6180306 h 6767583"/>
                <a:gd name="connsiteX18" fmla="*/ 6734042 w 8225617"/>
                <a:gd name="connsiteY18" fmla="*/ 6627779 h 6767583"/>
                <a:gd name="connsiteX19" fmla="*/ 7479829 w 8225617"/>
                <a:gd name="connsiteY19" fmla="*/ 6763966 h 6767583"/>
                <a:gd name="connsiteX20" fmla="*/ 8225617 w 8225617"/>
                <a:gd name="connsiteY20" fmla="*/ 6718570 h 6767583"/>
                <a:gd name="connsiteX21" fmla="*/ 47897 w 8225617"/>
                <a:gd name="connsiteY21" fmla="*/ 0 h 6767583"/>
                <a:gd name="connsiteX0" fmla="*/ 47897 w 8383630"/>
                <a:gd name="connsiteY0" fmla="*/ 0 h 6983912"/>
                <a:gd name="connsiteX1" fmla="*/ 210025 w 8383630"/>
                <a:gd name="connsiteY1" fmla="*/ 622570 h 6983912"/>
                <a:gd name="connsiteX2" fmla="*/ 2501 w 8383630"/>
                <a:gd name="connsiteY2" fmla="*/ 1757464 h 6983912"/>
                <a:gd name="connsiteX3" fmla="*/ 138689 w 8383630"/>
                <a:gd name="connsiteY3" fmla="*/ 2431915 h 6983912"/>
                <a:gd name="connsiteX4" fmla="*/ 722348 w 8383630"/>
                <a:gd name="connsiteY4" fmla="*/ 2749685 h 6983912"/>
                <a:gd name="connsiteX5" fmla="*/ 1403284 w 8383630"/>
                <a:gd name="connsiteY5" fmla="*/ 2905327 h 6983912"/>
                <a:gd name="connsiteX6" fmla="*/ 1727540 w 8383630"/>
                <a:gd name="connsiteY6" fmla="*/ 3177702 h 6983912"/>
                <a:gd name="connsiteX7" fmla="*/ 1850757 w 8383630"/>
                <a:gd name="connsiteY7" fmla="*/ 3476017 h 6983912"/>
                <a:gd name="connsiteX8" fmla="*/ 1870212 w 8383630"/>
                <a:gd name="connsiteY8" fmla="*/ 4241259 h 6983912"/>
                <a:gd name="connsiteX9" fmla="*/ 2129616 w 8383630"/>
                <a:gd name="connsiteY9" fmla="*/ 4876800 h 6983912"/>
                <a:gd name="connsiteX10" fmla="*/ 2706791 w 8383630"/>
                <a:gd name="connsiteY10" fmla="*/ 5389123 h 6983912"/>
                <a:gd name="connsiteX11" fmla="*/ 3446093 w 8383630"/>
                <a:gd name="connsiteY11" fmla="*/ 5551251 h 6983912"/>
                <a:gd name="connsiteX12" fmla="*/ 4036237 w 8383630"/>
                <a:gd name="connsiteY12" fmla="*/ 5395608 h 6983912"/>
                <a:gd name="connsiteX13" fmla="*/ 4535591 w 8383630"/>
                <a:gd name="connsiteY13" fmla="*/ 4967591 h 6983912"/>
                <a:gd name="connsiteX14" fmla="*/ 4924697 w 8383630"/>
                <a:gd name="connsiteY14" fmla="*/ 4824919 h 6983912"/>
                <a:gd name="connsiteX15" fmla="*/ 5313804 w 8383630"/>
                <a:gd name="connsiteY15" fmla="*/ 4948136 h 6983912"/>
                <a:gd name="connsiteX16" fmla="*/ 5663998 w 8383630"/>
                <a:gd name="connsiteY16" fmla="*/ 5389123 h 6983912"/>
                <a:gd name="connsiteX17" fmla="*/ 6079046 w 8383630"/>
                <a:gd name="connsiteY17" fmla="*/ 6180306 h 6983912"/>
                <a:gd name="connsiteX18" fmla="*/ 6734042 w 8383630"/>
                <a:gd name="connsiteY18" fmla="*/ 6627779 h 6983912"/>
                <a:gd name="connsiteX19" fmla="*/ 7479829 w 8383630"/>
                <a:gd name="connsiteY19" fmla="*/ 6763966 h 6983912"/>
                <a:gd name="connsiteX20" fmla="*/ 8225617 w 8383630"/>
                <a:gd name="connsiteY20" fmla="*/ 6718570 h 6983912"/>
                <a:gd name="connsiteX21" fmla="*/ 4172425 w 8383630"/>
                <a:gd name="connsiteY21" fmla="*/ 3398196 h 6983912"/>
                <a:gd name="connsiteX22" fmla="*/ 47897 w 8383630"/>
                <a:gd name="connsiteY22" fmla="*/ 0 h 6983912"/>
                <a:gd name="connsiteX0" fmla="*/ 47897 w 8383630"/>
                <a:gd name="connsiteY0" fmla="*/ 0 h 6983912"/>
                <a:gd name="connsiteX1" fmla="*/ 210025 w 8383630"/>
                <a:gd name="connsiteY1" fmla="*/ 622570 h 6983912"/>
                <a:gd name="connsiteX2" fmla="*/ 2501 w 8383630"/>
                <a:gd name="connsiteY2" fmla="*/ 1757464 h 6983912"/>
                <a:gd name="connsiteX3" fmla="*/ 138689 w 8383630"/>
                <a:gd name="connsiteY3" fmla="*/ 2431915 h 6983912"/>
                <a:gd name="connsiteX4" fmla="*/ 722348 w 8383630"/>
                <a:gd name="connsiteY4" fmla="*/ 2749685 h 6983912"/>
                <a:gd name="connsiteX5" fmla="*/ 1403284 w 8383630"/>
                <a:gd name="connsiteY5" fmla="*/ 2905327 h 6983912"/>
                <a:gd name="connsiteX6" fmla="*/ 1727540 w 8383630"/>
                <a:gd name="connsiteY6" fmla="*/ 3177702 h 6983912"/>
                <a:gd name="connsiteX7" fmla="*/ 1850757 w 8383630"/>
                <a:gd name="connsiteY7" fmla="*/ 3476017 h 6983912"/>
                <a:gd name="connsiteX8" fmla="*/ 1870212 w 8383630"/>
                <a:gd name="connsiteY8" fmla="*/ 4241259 h 6983912"/>
                <a:gd name="connsiteX9" fmla="*/ 2129616 w 8383630"/>
                <a:gd name="connsiteY9" fmla="*/ 4876800 h 6983912"/>
                <a:gd name="connsiteX10" fmla="*/ 2706791 w 8383630"/>
                <a:gd name="connsiteY10" fmla="*/ 5389123 h 6983912"/>
                <a:gd name="connsiteX11" fmla="*/ 3446093 w 8383630"/>
                <a:gd name="connsiteY11" fmla="*/ 5551251 h 6983912"/>
                <a:gd name="connsiteX12" fmla="*/ 4036237 w 8383630"/>
                <a:gd name="connsiteY12" fmla="*/ 5395608 h 6983912"/>
                <a:gd name="connsiteX13" fmla="*/ 4535591 w 8383630"/>
                <a:gd name="connsiteY13" fmla="*/ 4967591 h 6983912"/>
                <a:gd name="connsiteX14" fmla="*/ 4924697 w 8383630"/>
                <a:gd name="connsiteY14" fmla="*/ 4824919 h 6983912"/>
                <a:gd name="connsiteX15" fmla="*/ 5313804 w 8383630"/>
                <a:gd name="connsiteY15" fmla="*/ 4948136 h 6983912"/>
                <a:gd name="connsiteX16" fmla="*/ 5663998 w 8383630"/>
                <a:gd name="connsiteY16" fmla="*/ 5389123 h 6983912"/>
                <a:gd name="connsiteX17" fmla="*/ 6079046 w 8383630"/>
                <a:gd name="connsiteY17" fmla="*/ 6180306 h 6983912"/>
                <a:gd name="connsiteX18" fmla="*/ 6734042 w 8383630"/>
                <a:gd name="connsiteY18" fmla="*/ 6627779 h 6983912"/>
                <a:gd name="connsiteX19" fmla="*/ 7479829 w 8383630"/>
                <a:gd name="connsiteY19" fmla="*/ 6763966 h 6983912"/>
                <a:gd name="connsiteX20" fmla="*/ 8225617 w 8383630"/>
                <a:gd name="connsiteY20" fmla="*/ 6718570 h 6983912"/>
                <a:gd name="connsiteX21" fmla="*/ 8232102 w 8383630"/>
                <a:gd name="connsiteY21" fmla="*/ 6486 h 6983912"/>
                <a:gd name="connsiteX22" fmla="*/ 47897 w 8383630"/>
                <a:gd name="connsiteY22" fmla="*/ 0 h 6983912"/>
                <a:gd name="connsiteX0" fmla="*/ 47897 w 8232102"/>
                <a:gd name="connsiteY0" fmla="*/ 0 h 6787183"/>
                <a:gd name="connsiteX1" fmla="*/ 210025 w 8232102"/>
                <a:gd name="connsiteY1" fmla="*/ 622570 h 6787183"/>
                <a:gd name="connsiteX2" fmla="*/ 2501 w 8232102"/>
                <a:gd name="connsiteY2" fmla="*/ 1757464 h 6787183"/>
                <a:gd name="connsiteX3" fmla="*/ 138689 w 8232102"/>
                <a:gd name="connsiteY3" fmla="*/ 2431915 h 6787183"/>
                <a:gd name="connsiteX4" fmla="*/ 722348 w 8232102"/>
                <a:gd name="connsiteY4" fmla="*/ 2749685 h 6787183"/>
                <a:gd name="connsiteX5" fmla="*/ 1403284 w 8232102"/>
                <a:gd name="connsiteY5" fmla="*/ 2905327 h 6787183"/>
                <a:gd name="connsiteX6" fmla="*/ 1727540 w 8232102"/>
                <a:gd name="connsiteY6" fmla="*/ 3177702 h 6787183"/>
                <a:gd name="connsiteX7" fmla="*/ 1850757 w 8232102"/>
                <a:gd name="connsiteY7" fmla="*/ 3476017 h 6787183"/>
                <a:gd name="connsiteX8" fmla="*/ 1870212 w 8232102"/>
                <a:gd name="connsiteY8" fmla="*/ 4241259 h 6787183"/>
                <a:gd name="connsiteX9" fmla="*/ 2129616 w 8232102"/>
                <a:gd name="connsiteY9" fmla="*/ 4876800 h 6787183"/>
                <a:gd name="connsiteX10" fmla="*/ 2706791 w 8232102"/>
                <a:gd name="connsiteY10" fmla="*/ 5389123 h 6787183"/>
                <a:gd name="connsiteX11" fmla="*/ 3446093 w 8232102"/>
                <a:gd name="connsiteY11" fmla="*/ 5551251 h 6787183"/>
                <a:gd name="connsiteX12" fmla="*/ 4036237 w 8232102"/>
                <a:gd name="connsiteY12" fmla="*/ 5395608 h 6787183"/>
                <a:gd name="connsiteX13" fmla="*/ 4535591 w 8232102"/>
                <a:gd name="connsiteY13" fmla="*/ 4967591 h 6787183"/>
                <a:gd name="connsiteX14" fmla="*/ 4924697 w 8232102"/>
                <a:gd name="connsiteY14" fmla="*/ 4824919 h 6787183"/>
                <a:gd name="connsiteX15" fmla="*/ 5313804 w 8232102"/>
                <a:gd name="connsiteY15" fmla="*/ 4948136 h 6787183"/>
                <a:gd name="connsiteX16" fmla="*/ 5663998 w 8232102"/>
                <a:gd name="connsiteY16" fmla="*/ 5389123 h 6787183"/>
                <a:gd name="connsiteX17" fmla="*/ 6079046 w 8232102"/>
                <a:gd name="connsiteY17" fmla="*/ 6180306 h 6787183"/>
                <a:gd name="connsiteX18" fmla="*/ 6734042 w 8232102"/>
                <a:gd name="connsiteY18" fmla="*/ 6627779 h 6787183"/>
                <a:gd name="connsiteX19" fmla="*/ 7479829 w 8232102"/>
                <a:gd name="connsiteY19" fmla="*/ 6763966 h 6787183"/>
                <a:gd name="connsiteX20" fmla="*/ 8225617 w 8232102"/>
                <a:gd name="connsiteY20" fmla="*/ 6718570 h 6787183"/>
                <a:gd name="connsiteX21" fmla="*/ 8232102 w 8232102"/>
                <a:gd name="connsiteY21" fmla="*/ 6486 h 6787183"/>
                <a:gd name="connsiteX22" fmla="*/ 47897 w 8232102"/>
                <a:gd name="connsiteY22" fmla="*/ 0 h 6787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232102" h="6787183">
                  <a:moveTo>
                    <a:pt x="47897" y="0"/>
                  </a:moveTo>
                  <a:cubicBezTo>
                    <a:pt x="132744" y="164829"/>
                    <a:pt x="217591" y="329659"/>
                    <a:pt x="210025" y="622570"/>
                  </a:cubicBezTo>
                  <a:cubicBezTo>
                    <a:pt x="202459" y="915481"/>
                    <a:pt x="14390" y="1455907"/>
                    <a:pt x="2501" y="1757464"/>
                  </a:cubicBezTo>
                  <a:cubicBezTo>
                    <a:pt x="-9388" y="2059021"/>
                    <a:pt x="18715" y="2266545"/>
                    <a:pt x="138689" y="2431915"/>
                  </a:cubicBezTo>
                  <a:cubicBezTo>
                    <a:pt x="258663" y="2597285"/>
                    <a:pt x="511582" y="2670783"/>
                    <a:pt x="722348" y="2749685"/>
                  </a:cubicBezTo>
                  <a:cubicBezTo>
                    <a:pt x="933114" y="2828587"/>
                    <a:pt x="1235752" y="2833991"/>
                    <a:pt x="1403284" y="2905327"/>
                  </a:cubicBezTo>
                  <a:cubicBezTo>
                    <a:pt x="1570816" y="2976663"/>
                    <a:pt x="1652961" y="3082587"/>
                    <a:pt x="1727540" y="3177702"/>
                  </a:cubicBezTo>
                  <a:cubicBezTo>
                    <a:pt x="1802119" y="3272817"/>
                    <a:pt x="1826978" y="3298758"/>
                    <a:pt x="1850757" y="3476017"/>
                  </a:cubicBezTo>
                  <a:cubicBezTo>
                    <a:pt x="1874536" y="3653276"/>
                    <a:pt x="1823736" y="4007795"/>
                    <a:pt x="1870212" y="4241259"/>
                  </a:cubicBezTo>
                  <a:cubicBezTo>
                    <a:pt x="1916688" y="4474723"/>
                    <a:pt x="1990186" y="4685489"/>
                    <a:pt x="2129616" y="4876800"/>
                  </a:cubicBezTo>
                  <a:cubicBezTo>
                    <a:pt x="2269046" y="5068111"/>
                    <a:pt x="2487378" y="5276715"/>
                    <a:pt x="2706791" y="5389123"/>
                  </a:cubicBezTo>
                  <a:cubicBezTo>
                    <a:pt x="2926204" y="5501531"/>
                    <a:pt x="3224519" y="5550170"/>
                    <a:pt x="3446093" y="5551251"/>
                  </a:cubicBezTo>
                  <a:cubicBezTo>
                    <a:pt x="3667667" y="5552332"/>
                    <a:pt x="3854654" y="5492885"/>
                    <a:pt x="4036237" y="5395608"/>
                  </a:cubicBezTo>
                  <a:cubicBezTo>
                    <a:pt x="4217820" y="5298331"/>
                    <a:pt x="4387514" y="5062706"/>
                    <a:pt x="4535591" y="4967591"/>
                  </a:cubicBezTo>
                  <a:cubicBezTo>
                    <a:pt x="4683668" y="4872476"/>
                    <a:pt x="4794995" y="4828161"/>
                    <a:pt x="4924697" y="4824919"/>
                  </a:cubicBezTo>
                  <a:cubicBezTo>
                    <a:pt x="5054399" y="4821677"/>
                    <a:pt x="5190587" y="4854102"/>
                    <a:pt x="5313804" y="4948136"/>
                  </a:cubicBezTo>
                  <a:cubicBezTo>
                    <a:pt x="5437021" y="5042170"/>
                    <a:pt x="5536458" y="5183761"/>
                    <a:pt x="5663998" y="5389123"/>
                  </a:cubicBezTo>
                  <a:cubicBezTo>
                    <a:pt x="5791538" y="5594485"/>
                    <a:pt x="5900705" y="5973863"/>
                    <a:pt x="6079046" y="6180306"/>
                  </a:cubicBezTo>
                  <a:cubicBezTo>
                    <a:pt x="6257387" y="6386749"/>
                    <a:pt x="6500578" y="6530502"/>
                    <a:pt x="6734042" y="6627779"/>
                  </a:cubicBezTo>
                  <a:cubicBezTo>
                    <a:pt x="6967506" y="6725056"/>
                    <a:pt x="7231233" y="6748834"/>
                    <a:pt x="7479829" y="6763966"/>
                  </a:cubicBezTo>
                  <a:cubicBezTo>
                    <a:pt x="7728425" y="6779098"/>
                    <a:pt x="8018395" y="6825876"/>
                    <a:pt x="8225617" y="6718570"/>
                  </a:cubicBezTo>
                  <a:cubicBezTo>
                    <a:pt x="8227779" y="4481209"/>
                    <a:pt x="8229940" y="2243847"/>
                    <a:pt x="8232102" y="6486"/>
                  </a:cubicBezTo>
                  <a:lnTo>
                    <a:pt x="4789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2F2E0"/>
                </a:gs>
                <a:gs pos="50000">
                  <a:srgbClr val="73E1C8"/>
                </a:gs>
                <a:gs pos="98000">
                  <a:srgbClr val="63E3EA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2" name="手繪多邊形 21">
              <a:extLst>
                <a:ext uri="{FF2B5EF4-FFF2-40B4-BE49-F238E27FC236}">
                  <a16:creationId xmlns:a16="http://schemas.microsoft.com/office/drawing/2014/main" id="{5090A02A-3D3B-F143-9B95-44DAC90F2E69}"/>
                </a:ext>
              </a:extLst>
            </p:cNvPr>
            <p:cNvSpPr/>
            <p:nvPr userDrawn="1"/>
          </p:nvSpPr>
          <p:spPr>
            <a:xfrm>
              <a:off x="-236962" y="702746"/>
              <a:ext cx="5591934" cy="5022190"/>
            </a:xfrm>
            <a:custGeom>
              <a:avLst/>
              <a:gdLst>
                <a:gd name="connsiteX0" fmla="*/ 383057 w 3542516"/>
                <a:gd name="connsiteY0" fmla="*/ 0 h 3086438"/>
                <a:gd name="connsiteX1" fmla="*/ 326350 w 3542516"/>
                <a:gd name="connsiteY1" fmla="*/ 333154 h 3086438"/>
                <a:gd name="connsiteX2" fmla="*/ 106610 w 3542516"/>
                <a:gd name="connsiteY2" fmla="*/ 744279 h 3086438"/>
                <a:gd name="connsiteX3" fmla="*/ 285 w 3542516"/>
                <a:gd name="connsiteY3" fmla="*/ 1063256 h 3086438"/>
                <a:gd name="connsiteX4" fmla="*/ 85345 w 3542516"/>
                <a:gd name="connsiteY4" fmla="*/ 1254642 h 3086438"/>
                <a:gd name="connsiteX5" fmla="*/ 354703 w 3542516"/>
                <a:gd name="connsiteY5" fmla="*/ 1311349 h 3086438"/>
                <a:gd name="connsiteX6" fmla="*/ 567355 w 3542516"/>
                <a:gd name="connsiteY6" fmla="*/ 1240465 h 3086438"/>
                <a:gd name="connsiteX7" fmla="*/ 829624 w 3542516"/>
                <a:gd name="connsiteY7" fmla="*/ 1268819 h 3086438"/>
                <a:gd name="connsiteX8" fmla="*/ 978480 w 3542516"/>
                <a:gd name="connsiteY8" fmla="*/ 1438940 h 3086438"/>
                <a:gd name="connsiteX9" fmla="*/ 1006834 w 3542516"/>
                <a:gd name="connsiteY9" fmla="*/ 1722475 h 3086438"/>
                <a:gd name="connsiteX10" fmla="*/ 950127 w 3542516"/>
                <a:gd name="connsiteY10" fmla="*/ 2098158 h 3086438"/>
                <a:gd name="connsiteX11" fmla="*/ 957215 w 3542516"/>
                <a:gd name="connsiteY11" fmla="*/ 2339163 h 3086438"/>
                <a:gd name="connsiteX12" fmla="*/ 1091894 w 3542516"/>
                <a:gd name="connsiteY12" fmla="*/ 2558903 h 3086438"/>
                <a:gd name="connsiteX13" fmla="*/ 1368341 w 3542516"/>
                <a:gd name="connsiteY13" fmla="*/ 2658140 h 3086438"/>
                <a:gd name="connsiteX14" fmla="*/ 1666052 w 3542516"/>
                <a:gd name="connsiteY14" fmla="*/ 2629786 h 3086438"/>
                <a:gd name="connsiteX15" fmla="*/ 1892880 w 3542516"/>
                <a:gd name="connsiteY15" fmla="*/ 2424224 h 3086438"/>
                <a:gd name="connsiteX16" fmla="*/ 2190592 w 3542516"/>
                <a:gd name="connsiteY16" fmla="*/ 2161954 h 3086438"/>
                <a:gd name="connsiteX17" fmla="*/ 2438685 w 3542516"/>
                <a:gd name="connsiteY17" fmla="*/ 1998921 h 3086438"/>
                <a:gd name="connsiteX18" fmla="*/ 2786015 w 3542516"/>
                <a:gd name="connsiteY18" fmla="*/ 2006010 h 3086438"/>
                <a:gd name="connsiteX19" fmla="*/ 2920694 w 3542516"/>
                <a:gd name="connsiteY19" fmla="*/ 2268279 h 3086438"/>
                <a:gd name="connsiteX20" fmla="*/ 2913606 w 3542516"/>
                <a:gd name="connsiteY20" fmla="*/ 2551814 h 3086438"/>
                <a:gd name="connsiteX21" fmla="*/ 2991578 w 3542516"/>
                <a:gd name="connsiteY21" fmla="*/ 2842437 h 3086438"/>
                <a:gd name="connsiteX22" fmla="*/ 3239671 w 3542516"/>
                <a:gd name="connsiteY22" fmla="*/ 3040912 h 3086438"/>
                <a:gd name="connsiteX23" fmla="*/ 3530294 w 3542516"/>
                <a:gd name="connsiteY23" fmla="*/ 3076354 h 3086438"/>
                <a:gd name="connsiteX24" fmla="*/ 3530294 w 3542516"/>
                <a:gd name="connsiteY24" fmla="*/ 3069265 h 3086438"/>
                <a:gd name="connsiteX0" fmla="*/ 383057 w 3542516"/>
                <a:gd name="connsiteY0" fmla="*/ 0 h 3086438"/>
                <a:gd name="connsiteX1" fmla="*/ 373508 w 3542516"/>
                <a:gd name="connsiteY1" fmla="*/ 46081 h 3086438"/>
                <a:gd name="connsiteX2" fmla="*/ 326350 w 3542516"/>
                <a:gd name="connsiteY2" fmla="*/ 333154 h 3086438"/>
                <a:gd name="connsiteX3" fmla="*/ 106610 w 3542516"/>
                <a:gd name="connsiteY3" fmla="*/ 744279 h 3086438"/>
                <a:gd name="connsiteX4" fmla="*/ 285 w 3542516"/>
                <a:gd name="connsiteY4" fmla="*/ 1063256 h 3086438"/>
                <a:gd name="connsiteX5" fmla="*/ 85345 w 3542516"/>
                <a:gd name="connsiteY5" fmla="*/ 1254642 h 3086438"/>
                <a:gd name="connsiteX6" fmla="*/ 354703 w 3542516"/>
                <a:gd name="connsiteY6" fmla="*/ 1311349 h 3086438"/>
                <a:gd name="connsiteX7" fmla="*/ 567355 w 3542516"/>
                <a:gd name="connsiteY7" fmla="*/ 1240465 h 3086438"/>
                <a:gd name="connsiteX8" fmla="*/ 829624 w 3542516"/>
                <a:gd name="connsiteY8" fmla="*/ 1268819 h 3086438"/>
                <a:gd name="connsiteX9" fmla="*/ 978480 w 3542516"/>
                <a:gd name="connsiteY9" fmla="*/ 1438940 h 3086438"/>
                <a:gd name="connsiteX10" fmla="*/ 1006834 w 3542516"/>
                <a:gd name="connsiteY10" fmla="*/ 1722475 h 3086438"/>
                <a:gd name="connsiteX11" fmla="*/ 950127 w 3542516"/>
                <a:gd name="connsiteY11" fmla="*/ 2098158 h 3086438"/>
                <a:gd name="connsiteX12" fmla="*/ 957215 w 3542516"/>
                <a:gd name="connsiteY12" fmla="*/ 2339163 h 3086438"/>
                <a:gd name="connsiteX13" fmla="*/ 1091894 w 3542516"/>
                <a:gd name="connsiteY13" fmla="*/ 2558903 h 3086438"/>
                <a:gd name="connsiteX14" fmla="*/ 1368341 w 3542516"/>
                <a:gd name="connsiteY14" fmla="*/ 2658140 h 3086438"/>
                <a:gd name="connsiteX15" fmla="*/ 1666052 w 3542516"/>
                <a:gd name="connsiteY15" fmla="*/ 2629786 h 3086438"/>
                <a:gd name="connsiteX16" fmla="*/ 1892880 w 3542516"/>
                <a:gd name="connsiteY16" fmla="*/ 2424224 h 3086438"/>
                <a:gd name="connsiteX17" fmla="*/ 2190592 w 3542516"/>
                <a:gd name="connsiteY17" fmla="*/ 2161954 h 3086438"/>
                <a:gd name="connsiteX18" fmla="*/ 2438685 w 3542516"/>
                <a:gd name="connsiteY18" fmla="*/ 1998921 h 3086438"/>
                <a:gd name="connsiteX19" fmla="*/ 2786015 w 3542516"/>
                <a:gd name="connsiteY19" fmla="*/ 2006010 h 3086438"/>
                <a:gd name="connsiteX20" fmla="*/ 2920694 w 3542516"/>
                <a:gd name="connsiteY20" fmla="*/ 2268279 h 3086438"/>
                <a:gd name="connsiteX21" fmla="*/ 2913606 w 3542516"/>
                <a:gd name="connsiteY21" fmla="*/ 2551814 h 3086438"/>
                <a:gd name="connsiteX22" fmla="*/ 2991578 w 3542516"/>
                <a:gd name="connsiteY22" fmla="*/ 2842437 h 3086438"/>
                <a:gd name="connsiteX23" fmla="*/ 3239671 w 3542516"/>
                <a:gd name="connsiteY23" fmla="*/ 3040912 h 3086438"/>
                <a:gd name="connsiteX24" fmla="*/ 3530294 w 3542516"/>
                <a:gd name="connsiteY24" fmla="*/ 3076354 h 3086438"/>
                <a:gd name="connsiteX25" fmla="*/ 3530294 w 3542516"/>
                <a:gd name="connsiteY25" fmla="*/ 3069265 h 3086438"/>
                <a:gd name="connsiteX0" fmla="*/ 3491039 w 3542516"/>
                <a:gd name="connsiteY0" fmla="*/ 15495 h 3066022"/>
                <a:gd name="connsiteX1" fmla="*/ 373508 w 3542516"/>
                <a:gd name="connsiteY1" fmla="*/ 25665 h 3066022"/>
                <a:gd name="connsiteX2" fmla="*/ 326350 w 3542516"/>
                <a:gd name="connsiteY2" fmla="*/ 312738 h 3066022"/>
                <a:gd name="connsiteX3" fmla="*/ 106610 w 3542516"/>
                <a:gd name="connsiteY3" fmla="*/ 723863 h 3066022"/>
                <a:gd name="connsiteX4" fmla="*/ 285 w 3542516"/>
                <a:gd name="connsiteY4" fmla="*/ 1042840 h 3066022"/>
                <a:gd name="connsiteX5" fmla="*/ 85345 w 3542516"/>
                <a:gd name="connsiteY5" fmla="*/ 1234226 h 3066022"/>
                <a:gd name="connsiteX6" fmla="*/ 354703 w 3542516"/>
                <a:gd name="connsiteY6" fmla="*/ 1290933 h 3066022"/>
                <a:gd name="connsiteX7" fmla="*/ 567355 w 3542516"/>
                <a:gd name="connsiteY7" fmla="*/ 1220049 h 3066022"/>
                <a:gd name="connsiteX8" fmla="*/ 829624 w 3542516"/>
                <a:gd name="connsiteY8" fmla="*/ 1248403 h 3066022"/>
                <a:gd name="connsiteX9" fmla="*/ 978480 w 3542516"/>
                <a:gd name="connsiteY9" fmla="*/ 1418524 h 3066022"/>
                <a:gd name="connsiteX10" fmla="*/ 1006834 w 3542516"/>
                <a:gd name="connsiteY10" fmla="*/ 1702059 h 3066022"/>
                <a:gd name="connsiteX11" fmla="*/ 950127 w 3542516"/>
                <a:gd name="connsiteY11" fmla="*/ 2077742 h 3066022"/>
                <a:gd name="connsiteX12" fmla="*/ 957215 w 3542516"/>
                <a:gd name="connsiteY12" fmla="*/ 2318747 h 3066022"/>
                <a:gd name="connsiteX13" fmla="*/ 1091894 w 3542516"/>
                <a:gd name="connsiteY13" fmla="*/ 2538487 h 3066022"/>
                <a:gd name="connsiteX14" fmla="*/ 1368341 w 3542516"/>
                <a:gd name="connsiteY14" fmla="*/ 2637724 h 3066022"/>
                <a:gd name="connsiteX15" fmla="*/ 1666052 w 3542516"/>
                <a:gd name="connsiteY15" fmla="*/ 2609370 h 3066022"/>
                <a:gd name="connsiteX16" fmla="*/ 1892880 w 3542516"/>
                <a:gd name="connsiteY16" fmla="*/ 2403808 h 3066022"/>
                <a:gd name="connsiteX17" fmla="*/ 2190592 w 3542516"/>
                <a:gd name="connsiteY17" fmla="*/ 2141538 h 3066022"/>
                <a:gd name="connsiteX18" fmla="*/ 2438685 w 3542516"/>
                <a:gd name="connsiteY18" fmla="*/ 1978505 h 3066022"/>
                <a:gd name="connsiteX19" fmla="*/ 2786015 w 3542516"/>
                <a:gd name="connsiteY19" fmla="*/ 1985594 h 3066022"/>
                <a:gd name="connsiteX20" fmla="*/ 2920694 w 3542516"/>
                <a:gd name="connsiteY20" fmla="*/ 2247863 h 3066022"/>
                <a:gd name="connsiteX21" fmla="*/ 2913606 w 3542516"/>
                <a:gd name="connsiteY21" fmla="*/ 2531398 h 3066022"/>
                <a:gd name="connsiteX22" fmla="*/ 2991578 w 3542516"/>
                <a:gd name="connsiteY22" fmla="*/ 2822021 h 3066022"/>
                <a:gd name="connsiteX23" fmla="*/ 3239671 w 3542516"/>
                <a:gd name="connsiteY23" fmla="*/ 3020496 h 3066022"/>
                <a:gd name="connsiteX24" fmla="*/ 3530294 w 3542516"/>
                <a:gd name="connsiteY24" fmla="*/ 3055938 h 3066022"/>
                <a:gd name="connsiteX25" fmla="*/ 3530294 w 3542516"/>
                <a:gd name="connsiteY25" fmla="*/ 3048849 h 3066022"/>
                <a:gd name="connsiteX0" fmla="*/ 3491039 w 3542516"/>
                <a:gd name="connsiteY0" fmla="*/ 15495 h 3066022"/>
                <a:gd name="connsiteX1" fmla="*/ 373508 w 3542516"/>
                <a:gd name="connsiteY1" fmla="*/ 25665 h 3066022"/>
                <a:gd name="connsiteX2" fmla="*/ 326350 w 3542516"/>
                <a:gd name="connsiteY2" fmla="*/ 312738 h 3066022"/>
                <a:gd name="connsiteX3" fmla="*/ 106610 w 3542516"/>
                <a:gd name="connsiteY3" fmla="*/ 723863 h 3066022"/>
                <a:gd name="connsiteX4" fmla="*/ 285 w 3542516"/>
                <a:gd name="connsiteY4" fmla="*/ 1042840 h 3066022"/>
                <a:gd name="connsiteX5" fmla="*/ 85345 w 3542516"/>
                <a:gd name="connsiteY5" fmla="*/ 1234226 h 3066022"/>
                <a:gd name="connsiteX6" fmla="*/ 354703 w 3542516"/>
                <a:gd name="connsiteY6" fmla="*/ 1290933 h 3066022"/>
                <a:gd name="connsiteX7" fmla="*/ 567355 w 3542516"/>
                <a:gd name="connsiteY7" fmla="*/ 1220049 h 3066022"/>
                <a:gd name="connsiteX8" fmla="*/ 829624 w 3542516"/>
                <a:gd name="connsiteY8" fmla="*/ 1248403 h 3066022"/>
                <a:gd name="connsiteX9" fmla="*/ 978480 w 3542516"/>
                <a:gd name="connsiteY9" fmla="*/ 1418524 h 3066022"/>
                <a:gd name="connsiteX10" fmla="*/ 1006834 w 3542516"/>
                <a:gd name="connsiteY10" fmla="*/ 1702059 h 3066022"/>
                <a:gd name="connsiteX11" fmla="*/ 950127 w 3542516"/>
                <a:gd name="connsiteY11" fmla="*/ 2077742 h 3066022"/>
                <a:gd name="connsiteX12" fmla="*/ 957215 w 3542516"/>
                <a:gd name="connsiteY12" fmla="*/ 2318747 h 3066022"/>
                <a:gd name="connsiteX13" fmla="*/ 1091894 w 3542516"/>
                <a:gd name="connsiteY13" fmla="*/ 2538487 h 3066022"/>
                <a:gd name="connsiteX14" fmla="*/ 1368341 w 3542516"/>
                <a:gd name="connsiteY14" fmla="*/ 2637724 h 3066022"/>
                <a:gd name="connsiteX15" fmla="*/ 1666052 w 3542516"/>
                <a:gd name="connsiteY15" fmla="*/ 2609370 h 3066022"/>
                <a:gd name="connsiteX16" fmla="*/ 1892880 w 3542516"/>
                <a:gd name="connsiteY16" fmla="*/ 2403808 h 3066022"/>
                <a:gd name="connsiteX17" fmla="*/ 2190592 w 3542516"/>
                <a:gd name="connsiteY17" fmla="*/ 2141538 h 3066022"/>
                <a:gd name="connsiteX18" fmla="*/ 2438685 w 3542516"/>
                <a:gd name="connsiteY18" fmla="*/ 1978505 h 3066022"/>
                <a:gd name="connsiteX19" fmla="*/ 2786015 w 3542516"/>
                <a:gd name="connsiteY19" fmla="*/ 1985594 h 3066022"/>
                <a:gd name="connsiteX20" fmla="*/ 2920694 w 3542516"/>
                <a:gd name="connsiteY20" fmla="*/ 2247863 h 3066022"/>
                <a:gd name="connsiteX21" fmla="*/ 2913606 w 3542516"/>
                <a:gd name="connsiteY21" fmla="*/ 2531398 h 3066022"/>
                <a:gd name="connsiteX22" fmla="*/ 2991578 w 3542516"/>
                <a:gd name="connsiteY22" fmla="*/ 2822021 h 3066022"/>
                <a:gd name="connsiteX23" fmla="*/ 3239671 w 3542516"/>
                <a:gd name="connsiteY23" fmla="*/ 3020496 h 3066022"/>
                <a:gd name="connsiteX24" fmla="*/ 3530294 w 3542516"/>
                <a:gd name="connsiteY24" fmla="*/ 3055938 h 3066022"/>
                <a:gd name="connsiteX25" fmla="*/ 3530294 w 3542516"/>
                <a:gd name="connsiteY25" fmla="*/ 3048849 h 3066022"/>
                <a:gd name="connsiteX26" fmla="*/ 3491039 w 3542516"/>
                <a:gd name="connsiteY26" fmla="*/ 15495 h 3066022"/>
                <a:gd name="connsiteX0" fmla="*/ 3491039 w 3542516"/>
                <a:gd name="connsiteY0" fmla="*/ 15495 h 3066022"/>
                <a:gd name="connsiteX1" fmla="*/ 373508 w 3542516"/>
                <a:gd name="connsiteY1" fmla="*/ 25665 h 3066022"/>
                <a:gd name="connsiteX2" fmla="*/ 326350 w 3542516"/>
                <a:gd name="connsiteY2" fmla="*/ 312738 h 3066022"/>
                <a:gd name="connsiteX3" fmla="*/ 106610 w 3542516"/>
                <a:gd name="connsiteY3" fmla="*/ 723863 h 3066022"/>
                <a:gd name="connsiteX4" fmla="*/ 285 w 3542516"/>
                <a:gd name="connsiteY4" fmla="*/ 1042840 h 3066022"/>
                <a:gd name="connsiteX5" fmla="*/ 85345 w 3542516"/>
                <a:gd name="connsiteY5" fmla="*/ 1234226 h 3066022"/>
                <a:gd name="connsiteX6" fmla="*/ 354703 w 3542516"/>
                <a:gd name="connsiteY6" fmla="*/ 1290933 h 3066022"/>
                <a:gd name="connsiteX7" fmla="*/ 567355 w 3542516"/>
                <a:gd name="connsiteY7" fmla="*/ 1220049 h 3066022"/>
                <a:gd name="connsiteX8" fmla="*/ 829624 w 3542516"/>
                <a:gd name="connsiteY8" fmla="*/ 1248403 h 3066022"/>
                <a:gd name="connsiteX9" fmla="*/ 978480 w 3542516"/>
                <a:gd name="connsiteY9" fmla="*/ 1418524 h 3066022"/>
                <a:gd name="connsiteX10" fmla="*/ 1006834 w 3542516"/>
                <a:gd name="connsiteY10" fmla="*/ 1702059 h 3066022"/>
                <a:gd name="connsiteX11" fmla="*/ 950127 w 3542516"/>
                <a:gd name="connsiteY11" fmla="*/ 2077742 h 3066022"/>
                <a:gd name="connsiteX12" fmla="*/ 957215 w 3542516"/>
                <a:gd name="connsiteY12" fmla="*/ 2318747 h 3066022"/>
                <a:gd name="connsiteX13" fmla="*/ 1091894 w 3542516"/>
                <a:gd name="connsiteY13" fmla="*/ 2538487 h 3066022"/>
                <a:gd name="connsiteX14" fmla="*/ 1368341 w 3542516"/>
                <a:gd name="connsiteY14" fmla="*/ 2637724 h 3066022"/>
                <a:gd name="connsiteX15" fmla="*/ 1666052 w 3542516"/>
                <a:gd name="connsiteY15" fmla="*/ 2609370 h 3066022"/>
                <a:gd name="connsiteX16" fmla="*/ 1892880 w 3542516"/>
                <a:gd name="connsiteY16" fmla="*/ 2403808 h 3066022"/>
                <a:gd name="connsiteX17" fmla="*/ 2190592 w 3542516"/>
                <a:gd name="connsiteY17" fmla="*/ 2141538 h 3066022"/>
                <a:gd name="connsiteX18" fmla="*/ 2438685 w 3542516"/>
                <a:gd name="connsiteY18" fmla="*/ 1978505 h 3066022"/>
                <a:gd name="connsiteX19" fmla="*/ 2786015 w 3542516"/>
                <a:gd name="connsiteY19" fmla="*/ 1985594 h 3066022"/>
                <a:gd name="connsiteX20" fmla="*/ 2920694 w 3542516"/>
                <a:gd name="connsiteY20" fmla="*/ 2247863 h 3066022"/>
                <a:gd name="connsiteX21" fmla="*/ 2913606 w 3542516"/>
                <a:gd name="connsiteY21" fmla="*/ 2531398 h 3066022"/>
                <a:gd name="connsiteX22" fmla="*/ 2991578 w 3542516"/>
                <a:gd name="connsiteY22" fmla="*/ 2822021 h 3066022"/>
                <a:gd name="connsiteX23" fmla="*/ 3239671 w 3542516"/>
                <a:gd name="connsiteY23" fmla="*/ 3020496 h 3066022"/>
                <a:gd name="connsiteX24" fmla="*/ 3530294 w 3542516"/>
                <a:gd name="connsiteY24" fmla="*/ 3055938 h 3066022"/>
                <a:gd name="connsiteX25" fmla="*/ 3530294 w 3542516"/>
                <a:gd name="connsiteY25" fmla="*/ 3048849 h 3066022"/>
                <a:gd name="connsiteX26" fmla="*/ 3491039 w 3542516"/>
                <a:gd name="connsiteY26" fmla="*/ 15495 h 3066022"/>
                <a:gd name="connsiteX0" fmla="*/ 3491039 w 3542516"/>
                <a:gd name="connsiteY0" fmla="*/ 15495 h 3066022"/>
                <a:gd name="connsiteX1" fmla="*/ 373508 w 3542516"/>
                <a:gd name="connsiteY1" fmla="*/ 25665 h 3066022"/>
                <a:gd name="connsiteX2" fmla="*/ 326350 w 3542516"/>
                <a:gd name="connsiteY2" fmla="*/ 312738 h 3066022"/>
                <a:gd name="connsiteX3" fmla="*/ 106610 w 3542516"/>
                <a:gd name="connsiteY3" fmla="*/ 723863 h 3066022"/>
                <a:gd name="connsiteX4" fmla="*/ 285 w 3542516"/>
                <a:gd name="connsiteY4" fmla="*/ 1042840 h 3066022"/>
                <a:gd name="connsiteX5" fmla="*/ 85345 w 3542516"/>
                <a:gd name="connsiteY5" fmla="*/ 1234226 h 3066022"/>
                <a:gd name="connsiteX6" fmla="*/ 354703 w 3542516"/>
                <a:gd name="connsiteY6" fmla="*/ 1290933 h 3066022"/>
                <a:gd name="connsiteX7" fmla="*/ 567355 w 3542516"/>
                <a:gd name="connsiteY7" fmla="*/ 1220049 h 3066022"/>
                <a:gd name="connsiteX8" fmla="*/ 829624 w 3542516"/>
                <a:gd name="connsiteY8" fmla="*/ 1248403 h 3066022"/>
                <a:gd name="connsiteX9" fmla="*/ 978480 w 3542516"/>
                <a:gd name="connsiteY9" fmla="*/ 1418524 h 3066022"/>
                <a:gd name="connsiteX10" fmla="*/ 1006834 w 3542516"/>
                <a:gd name="connsiteY10" fmla="*/ 1702059 h 3066022"/>
                <a:gd name="connsiteX11" fmla="*/ 950127 w 3542516"/>
                <a:gd name="connsiteY11" fmla="*/ 2077742 h 3066022"/>
                <a:gd name="connsiteX12" fmla="*/ 957215 w 3542516"/>
                <a:gd name="connsiteY12" fmla="*/ 2318747 h 3066022"/>
                <a:gd name="connsiteX13" fmla="*/ 1105868 w 3542516"/>
                <a:gd name="connsiteY13" fmla="*/ 2525021 h 3066022"/>
                <a:gd name="connsiteX14" fmla="*/ 1368341 w 3542516"/>
                <a:gd name="connsiteY14" fmla="*/ 2637724 h 3066022"/>
                <a:gd name="connsiteX15" fmla="*/ 1666052 w 3542516"/>
                <a:gd name="connsiteY15" fmla="*/ 2609370 h 3066022"/>
                <a:gd name="connsiteX16" fmla="*/ 1892880 w 3542516"/>
                <a:gd name="connsiteY16" fmla="*/ 2403808 h 3066022"/>
                <a:gd name="connsiteX17" fmla="*/ 2190592 w 3542516"/>
                <a:gd name="connsiteY17" fmla="*/ 2141538 h 3066022"/>
                <a:gd name="connsiteX18" fmla="*/ 2438685 w 3542516"/>
                <a:gd name="connsiteY18" fmla="*/ 1978505 h 3066022"/>
                <a:gd name="connsiteX19" fmla="*/ 2786015 w 3542516"/>
                <a:gd name="connsiteY19" fmla="*/ 1985594 h 3066022"/>
                <a:gd name="connsiteX20" fmla="*/ 2920694 w 3542516"/>
                <a:gd name="connsiteY20" fmla="*/ 2247863 h 3066022"/>
                <a:gd name="connsiteX21" fmla="*/ 2913606 w 3542516"/>
                <a:gd name="connsiteY21" fmla="*/ 2531398 h 3066022"/>
                <a:gd name="connsiteX22" fmla="*/ 2991578 w 3542516"/>
                <a:gd name="connsiteY22" fmla="*/ 2822021 h 3066022"/>
                <a:gd name="connsiteX23" fmla="*/ 3239671 w 3542516"/>
                <a:gd name="connsiteY23" fmla="*/ 3020496 h 3066022"/>
                <a:gd name="connsiteX24" fmla="*/ 3530294 w 3542516"/>
                <a:gd name="connsiteY24" fmla="*/ 3055938 h 3066022"/>
                <a:gd name="connsiteX25" fmla="*/ 3530294 w 3542516"/>
                <a:gd name="connsiteY25" fmla="*/ 3048849 h 3066022"/>
                <a:gd name="connsiteX26" fmla="*/ 3491039 w 3542516"/>
                <a:gd name="connsiteY26" fmla="*/ 15495 h 3066022"/>
                <a:gd name="connsiteX0" fmla="*/ 3491039 w 3542516"/>
                <a:gd name="connsiteY0" fmla="*/ 15495 h 3066022"/>
                <a:gd name="connsiteX1" fmla="*/ 373508 w 3542516"/>
                <a:gd name="connsiteY1" fmla="*/ 25665 h 3066022"/>
                <a:gd name="connsiteX2" fmla="*/ 326350 w 3542516"/>
                <a:gd name="connsiteY2" fmla="*/ 312738 h 3066022"/>
                <a:gd name="connsiteX3" fmla="*/ 106610 w 3542516"/>
                <a:gd name="connsiteY3" fmla="*/ 723863 h 3066022"/>
                <a:gd name="connsiteX4" fmla="*/ 285 w 3542516"/>
                <a:gd name="connsiteY4" fmla="*/ 1042840 h 3066022"/>
                <a:gd name="connsiteX5" fmla="*/ 85345 w 3542516"/>
                <a:gd name="connsiteY5" fmla="*/ 1234226 h 3066022"/>
                <a:gd name="connsiteX6" fmla="*/ 354703 w 3542516"/>
                <a:gd name="connsiteY6" fmla="*/ 1290933 h 3066022"/>
                <a:gd name="connsiteX7" fmla="*/ 567355 w 3542516"/>
                <a:gd name="connsiteY7" fmla="*/ 1220049 h 3066022"/>
                <a:gd name="connsiteX8" fmla="*/ 829624 w 3542516"/>
                <a:gd name="connsiteY8" fmla="*/ 1248403 h 3066022"/>
                <a:gd name="connsiteX9" fmla="*/ 978480 w 3542516"/>
                <a:gd name="connsiteY9" fmla="*/ 1418524 h 3066022"/>
                <a:gd name="connsiteX10" fmla="*/ 1006834 w 3542516"/>
                <a:gd name="connsiteY10" fmla="*/ 1702059 h 3066022"/>
                <a:gd name="connsiteX11" fmla="*/ 950127 w 3542516"/>
                <a:gd name="connsiteY11" fmla="*/ 2077742 h 3066022"/>
                <a:gd name="connsiteX12" fmla="*/ 957215 w 3542516"/>
                <a:gd name="connsiteY12" fmla="*/ 2318747 h 3066022"/>
                <a:gd name="connsiteX13" fmla="*/ 1105868 w 3542516"/>
                <a:gd name="connsiteY13" fmla="*/ 2525021 h 3066022"/>
                <a:gd name="connsiteX14" fmla="*/ 1368341 w 3542516"/>
                <a:gd name="connsiteY14" fmla="*/ 2637724 h 3066022"/>
                <a:gd name="connsiteX15" fmla="*/ 1666052 w 3542516"/>
                <a:gd name="connsiteY15" fmla="*/ 2609370 h 3066022"/>
                <a:gd name="connsiteX16" fmla="*/ 1892880 w 3542516"/>
                <a:gd name="connsiteY16" fmla="*/ 2403808 h 3066022"/>
                <a:gd name="connsiteX17" fmla="*/ 2190592 w 3542516"/>
                <a:gd name="connsiteY17" fmla="*/ 2141538 h 3066022"/>
                <a:gd name="connsiteX18" fmla="*/ 2438685 w 3542516"/>
                <a:gd name="connsiteY18" fmla="*/ 1978505 h 3066022"/>
                <a:gd name="connsiteX19" fmla="*/ 2786015 w 3542516"/>
                <a:gd name="connsiteY19" fmla="*/ 1985594 h 3066022"/>
                <a:gd name="connsiteX20" fmla="*/ 2920694 w 3542516"/>
                <a:gd name="connsiteY20" fmla="*/ 2247863 h 3066022"/>
                <a:gd name="connsiteX21" fmla="*/ 2913606 w 3542516"/>
                <a:gd name="connsiteY21" fmla="*/ 2531398 h 3066022"/>
                <a:gd name="connsiteX22" fmla="*/ 2991578 w 3542516"/>
                <a:gd name="connsiteY22" fmla="*/ 2822021 h 3066022"/>
                <a:gd name="connsiteX23" fmla="*/ 3239671 w 3542516"/>
                <a:gd name="connsiteY23" fmla="*/ 3020496 h 3066022"/>
                <a:gd name="connsiteX24" fmla="*/ 3530294 w 3542516"/>
                <a:gd name="connsiteY24" fmla="*/ 3055938 h 3066022"/>
                <a:gd name="connsiteX25" fmla="*/ 3530294 w 3542516"/>
                <a:gd name="connsiteY25" fmla="*/ 3048849 h 3066022"/>
                <a:gd name="connsiteX26" fmla="*/ 3491039 w 3542516"/>
                <a:gd name="connsiteY26" fmla="*/ 15495 h 3066022"/>
                <a:gd name="connsiteX0" fmla="*/ 3491028 w 3542505"/>
                <a:gd name="connsiteY0" fmla="*/ 15495 h 3066022"/>
                <a:gd name="connsiteX1" fmla="*/ 373497 w 3542505"/>
                <a:gd name="connsiteY1" fmla="*/ 25665 h 3066022"/>
                <a:gd name="connsiteX2" fmla="*/ 326339 w 3542505"/>
                <a:gd name="connsiteY2" fmla="*/ 312738 h 3066022"/>
                <a:gd name="connsiteX3" fmla="*/ 106599 w 3542505"/>
                <a:gd name="connsiteY3" fmla="*/ 723863 h 3066022"/>
                <a:gd name="connsiteX4" fmla="*/ 274 w 3542505"/>
                <a:gd name="connsiteY4" fmla="*/ 1042840 h 3066022"/>
                <a:gd name="connsiteX5" fmla="*/ 85334 w 3542505"/>
                <a:gd name="connsiteY5" fmla="*/ 1234226 h 3066022"/>
                <a:gd name="connsiteX6" fmla="*/ 345377 w 3542505"/>
                <a:gd name="connsiteY6" fmla="*/ 1299911 h 3066022"/>
                <a:gd name="connsiteX7" fmla="*/ 567344 w 3542505"/>
                <a:gd name="connsiteY7" fmla="*/ 1220049 h 3066022"/>
                <a:gd name="connsiteX8" fmla="*/ 829613 w 3542505"/>
                <a:gd name="connsiteY8" fmla="*/ 1248403 h 3066022"/>
                <a:gd name="connsiteX9" fmla="*/ 978469 w 3542505"/>
                <a:gd name="connsiteY9" fmla="*/ 1418524 h 3066022"/>
                <a:gd name="connsiteX10" fmla="*/ 1006823 w 3542505"/>
                <a:gd name="connsiteY10" fmla="*/ 1702059 h 3066022"/>
                <a:gd name="connsiteX11" fmla="*/ 950116 w 3542505"/>
                <a:gd name="connsiteY11" fmla="*/ 2077742 h 3066022"/>
                <a:gd name="connsiteX12" fmla="*/ 957204 w 3542505"/>
                <a:gd name="connsiteY12" fmla="*/ 2318747 h 3066022"/>
                <a:gd name="connsiteX13" fmla="*/ 1105857 w 3542505"/>
                <a:gd name="connsiteY13" fmla="*/ 2525021 h 3066022"/>
                <a:gd name="connsiteX14" fmla="*/ 1368330 w 3542505"/>
                <a:gd name="connsiteY14" fmla="*/ 2637724 h 3066022"/>
                <a:gd name="connsiteX15" fmla="*/ 1666041 w 3542505"/>
                <a:gd name="connsiteY15" fmla="*/ 2609370 h 3066022"/>
                <a:gd name="connsiteX16" fmla="*/ 1892869 w 3542505"/>
                <a:gd name="connsiteY16" fmla="*/ 2403808 h 3066022"/>
                <a:gd name="connsiteX17" fmla="*/ 2190581 w 3542505"/>
                <a:gd name="connsiteY17" fmla="*/ 2141538 h 3066022"/>
                <a:gd name="connsiteX18" fmla="*/ 2438674 w 3542505"/>
                <a:gd name="connsiteY18" fmla="*/ 1978505 h 3066022"/>
                <a:gd name="connsiteX19" fmla="*/ 2786004 w 3542505"/>
                <a:gd name="connsiteY19" fmla="*/ 1985594 h 3066022"/>
                <a:gd name="connsiteX20" fmla="*/ 2920683 w 3542505"/>
                <a:gd name="connsiteY20" fmla="*/ 2247863 h 3066022"/>
                <a:gd name="connsiteX21" fmla="*/ 2913595 w 3542505"/>
                <a:gd name="connsiteY21" fmla="*/ 2531398 h 3066022"/>
                <a:gd name="connsiteX22" fmla="*/ 2991567 w 3542505"/>
                <a:gd name="connsiteY22" fmla="*/ 2822021 h 3066022"/>
                <a:gd name="connsiteX23" fmla="*/ 3239660 w 3542505"/>
                <a:gd name="connsiteY23" fmla="*/ 3020496 h 3066022"/>
                <a:gd name="connsiteX24" fmla="*/ 3530283 w 3542505"/>
                <a:gd name="connsiteY24" fmla="*/ 3055938 h 3066022"/>
                <a:gd name="connsiteX25" fmla="*/ 3530283 w 3542505"/>
                <a:gd name="connsiteY25" fmla="*/ 3048849 h 3066022"/>
                <a:gd name="connsiteX26" fmla="*/ 3491028 w 3542505"/>
                <a:gd name="connsiteY26" fmla="*/ 15495 h 3066022"/>
                <a:gd name="connsiteX0" fmla="*/ 3490780 w 3542257"/>
                <a:gd name="connsiteY0" fmla="*/ 15495 h 3066022"/>
                <a:gd name="connsiteX1" fmla="*/ 373249 w 3542257"/>
                <a:gd name="connsiteY1" fmla="*/ 25665 h 3066022"/>
                <a:gd name="connsiteX2" fmla="*/ 326091 w 3542257"/>
                <a:gd name="connsiteY2" fmla="*/ 312738 h 3066022"/>
                <a:gd name="connsiteX3" fmla="*/ 106351 w 3542257"/>
                <a:gd name="connsiteY3" fmla="*/ 723863 h 3066022"/>
                <a:gd name="connsiteX4" fmla="*/ 26 w 3542257"/>
                <a:gd name="connsiteY4" fmla="*/ 1042840 h 3066022"/>
                <a:gd name="connsiteX5" fmla="*/ 99060 w 3542257"/>
                <a:gd name="connsiteY5" fmla="*/ 1238715 h 3066022"/>
                <a:gd name="connsiteX6" fmla="*/ 345129 w 3542257"/>
                <a:gd name="connsiteY6" fmla="*/ 1299911 h 3066022"/>
                <a:gd name="connsiteX7" fmla="*/ 567096 w 3542257"/>
                <a:gd name="connsiteY7" fmla="*/ 1220049 h 3066022"/>
                <a:gd name="connsiteX8" fmla="*/ 829365 w 3542257"/>
                <a:gd name="connsiteY8" fmla="*/ 1248403 h 3066022"/>
                <a:gd name="connsiteX9" fmla="*/ 978221 w 3542257"/>
                <a:gd name="connsiteY9" fmla="*/ 1418524 h 3066022"/>
                <a:gd name="connsiteX10" fmla="*/ 1006575 w 3542257"/>
                <a:gd name="connsiteY10" fmla="*/ 1702059 h 3066022"/>
                <a:gd name="connsiteX11" fmla="*/ 949868 w 3542257"/>
                <a:gd name="connsiteY11" fmla="*/ 2077742 h 3066022"/>
                <a:gd name="connsiteX12" fmla="*/ 956956 w 3542257"/>
                <a:gd name="connsiteY12" fmla="*/ 2318747 h 3066022"/>
                <a:gd name="connsiteX13" fmla="*/ 1105609 w 3542257"/>
                <a:gd name="connsiteY13" fmla="*/ 2525021 h 3066022"/>
                <a:gd name="connsiteX14" fmla="*/ 1368082 w 3542257"/>
                <a:gd name="connsiteY14" fmla="*/ 2637724 h 3066022"/>
                <a:gd name="connsiteX15" fmla="*/ 1665793 w 3542257"/>
                <a:gd name="connsiteY15" fmla="*/ 2609370 h 3066022"/>
                <a:gd name="connsiteX16" fmla="*/ 1892621 w 3542257"/>
                <a:gd name="connsiteY16" fmla="*/ 2403808 h 3066022"/>
                <a:gd name="connsiteX17" fmla="*/ 2190333 w 3542257"/>
                <a:gd name="connsiteY17" fmla="*/ 2141538 h 3066022"/>
                <a:gd name="connsiteX18" fmla="*/ 2438426 w 3542257"/>
                <a:gd name="connsiteY18" fmla="*/ 1978505 h 3066022"/>
                <a:gd name="connsiteX19" fmla="*/ 2785756 w 3542257"/>
                <a:gd name="connsiteY19" fmla="*/ 1985594 h 3066022"/>
                <a:gd name="connsiteX20" fmla="*/ 2920435 w 3542257"/>
                <a:gd name="connsiteY20" fmla="*/ 2247863 h 3066022"/>
                <a:gd name="connsiteX21" fmla="*/ 2913347 w 3542257"/>
                <a:gd name="connsiteY21" fmla="*/ 2531398 h 3066022"/>
                <a:gd name="connsiteX22" fmla="*/ 2991319 w 3542257"/>
                <a:gd name="connsiteY22" fmla="*/ 2822021 h 3066022"/>
                <a:gd name="connsiteX23" fmla="*/ 3239412 w 3542257"/>
                <a:gd name="connsiteY23" fmla="*/ 3020496 h 3066022"/>
                <a:gd name="connsiteX24" fmla="*/ 3530035 w 3542257"/>
                <a:gd name="connsiteY24" fmla="*/ 3055938 h 3066022"/>
                <a:gd name="connsiteX25" fmla="*/ 3530035 w 3542257"/>
                <a:gd name="connsiteY25" fmla="*/ 3048849 h 3066022"/>
                <a:gd name="connsiteX26" fmla="*/ 3490780 w 3542257"/>
                <a:gd name="connsiteY26" fmla="*/ 15495 h 306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542257" h="3066022">
                  <a:moveTo>
                    <a:pt x="3490780" y="15495"/>
                  </a:moveTo>
                  <a:cubicBezTo>
                    <a:pt x="3489189" y="23175"/>
                    <a:pt x="382700" y="-29861"/>
                    <a:pt x="373249" y="25665"/>
                  </a:cubicBezTo>
                  <a:cubicBezTo>
                    <a:pt x="363798" y="81191"/>
                    <a:pt x="370574" y="196372"/>
                    <a:pt x="326091" y="312738"/>
                  </a:cubicBezTo>
                  <a:cubicBezTo>
                    <a:pt x="281608" y="429104"/>
                    <a:pt x="160695" y="602179"/>
                    <a:pt x="106351" y="723863"/>
                  </a:cubicBezTo>
                  <a:cubicBezTo>
                    <a:pt x="52007" y="845547"/>
                    <a:pt x="1241" y="957031"/>
                    <a:pt x="26" y="1042840"/>
                  </a:cubicBezTo>
                  <a:cubicBezTo>
                    <a:pt x="-1189" y="1128649"/>
                    <a:pt x="41543" y="1195870"/>
                    <a:pt x="99060" y="1238715"/>
                  </a:cubicBezTo>
                  <a:cubicBezTo>
                    <a:pt x="156577" y="1281560"/>
                    <a:pt x="267123" y="1303022"/>
                    <a:pt x="345129" y="1299911"/>
                  </a:cubicBezTo>
                  <a:cubicBezTo>
                    <a:pt x="423135" y="1296800"/>
                    <a:pt x="486390" y="1228634"/>
                    <a:pt x="567096" y="1220049"/>
                  </a:cubicBezTo>
                  <a:cubicBezTo>
                    <a:pt x="647802" y="1211464"/>
                    <a:pt x="760844" y="1215324"/>
                    <a:pt x="829365" y="1248403"/>
                  </a:cubicBezTo>
                  <a:cubicBezTo>
                    <a:pt x="897886" y="1281482"/>
                    <a:pt x="948686" y="1342915"/>
                    <a:pt x="978221" y="1418524"/>
                  </a:cubicBezTo>
                  <a:cubicBezTo>
                    <a:pt x="1007756" y="1494133"/>
                    <a:pt x="1011301" y="1592189"/>
                    <a:pt x="1006575" y="1702059"/>
                  </a:cubicBezTo>
                  <a:cubicBezTo>
                    <a:pt x="1001850" y="1811929"/>
                    <a:pt x="958138" y="1974961"/>
                    <a:pt x="949868" y="2077742"/>
                  </a:cubicBezTo>
                  <a:cubicBezTo>
                    <a:pt x="941598" y="2180523"/>
                    <a:pt x="930999" y="2244201"/>
                    <a:pt x="956956" y="2318747"/>
                  </a:cubicBezTo>
                  <a:cubicBezTo>
                    <a:pt x="982913" y="2393294"/>
                    <a:pt x="1037088" y="2471858"/>
                    <a:pt x="1105609" y="2525021"/>
                  </a:cubicBezTo>
                  <a:cubicBezTo>
                    <a:pt x="1174130" y="2578184"/>
                    <a:pt x="1274718" y="2623666"/>
                    <a:pt x="1368082" y="2637724"/>
                  </a:cubicBezTo>
                  <a:cubicBezTo>
                    <a:pt x="1461446" y="2651782"/>
                    <a:pt x="1578370" y="2648356"/>
                    <a:pt x="1665793" y="2609370"/>
                  </a:cubicBezTo>
                  <a:cubicBezTo>
                    <a:pt x="1753216" y="2570384"/>
                    <a:pt x="1805198" y="2481780"/>
                    <a:pt x="1892621" y="2403808"/>
                  </a:cubicBezTo>
                  <a:cubicBezTo>
                    <a:pt x="1980044" y="2325836"/>
                    <a:pt x="2099366" y="2212422"/>
                    <a:pt x="2190333" y="2141538"/>
                  </a:cubicBezTo>
                  <a:cubicBezTo>
                    <a:pt x="2281301" y="2070654"/>
                    <a:pt x="2339189" y="2004496"/>
                    <a:pt x="2438426" y="1978505"/>
                  </a:cubicBezTo>
                  <a:cubicBezTo>
                    <a:pt x="2537663" y="1952514"/>
                    <a:pt x="2705421" y="1940701"/>
                    <a:pt x="2785756" y="1985594"/>
                  </a:cubicBezTo>
                  <a:cubicBezTo>
                    <a:pt x="2866091" y="2030487"/>
                    <a:pt x="2899170" y="2156896"/>
                    <a:pt x="2920435" y="2247863"/>
                  </a:cubicBezTo>
                  <a:cubicBezTo>
                    <a:pt x="2941700" y="2338830"/>
                    <a:pt x="2901533" y="2435705"/>
                    <a:pt x="2913347" y="2531398"/>
                  </a:cubicBezTo>
                  <a:cubicBezTo>
                    <a:pt x="2925161" y="2627091"/>
                    <a:pt x="2936975" y="2740505"/>
                    <a:pt x="2991319" y="2822021"/>
                  </a:cubicBezTo>
                  <a:cubicBezTo>
                    <a:pt x="3045663" y="2903537"/>
                    <a:pt x="3149626" y="2981510"/>
                    <a:pt x="3239412" y="3020496"/>
                  </a:cubicBezTo>
                  <a:cubicBezTo>
                    <a:pt x="3329198" y="3059482"/>
                    <a:pt x="3481598" y="3051213"/>
                    <a:pt x="3530035" y="3055938"/>
                  </a:cubicBezTo>
                  <a:cubicBezTo>
                    <a:pt x="3578472" y="3060663"/>
                    <a:pt x="3462696" y="3079565"/>
                    <a:pt x="3530035" y="3048849"/>
                  </a:cubicBezTo>
                  <a:lnTo>
                    <a:pt x="3490780" y="15495"/>
                  </a:lnTo>
                  <a:close/>
                </a:path>
              </a:pathLst>
            </a:custGeom>
            <a:gradFill>
              <a:gsLst>
                <a:gs pos="0">
                  <a:srgbClr val="7FE0BA"/>
                </a:gs>
                <a:gs pos="50000">
                  <a:srgbClr val="39D0CB"/>
                </a:gs>
                <a:gs pos="99000">
                  <a:srgbClr val="00C5D9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11569D61-3C7F-9847-9500-1EC229A9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519" y="2002632"/>
            <a:ext cx="5962893" cy="2852737"/>
          </a:xfr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TW" altLang="en-US" sz="6000" b="1" kern="1200">
                <a:solidFill>
                  <a:schemeClr val="accent4">
                    <a:lumMod val="75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944868F-9918-1B45-AFDE-CF68424E3F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D2E9-A074-4947-8D4B-504277700FDB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CB711BC5-1ECF-254F-A4C8-04F1AC2D120D}"/>
              </a:ext>
            </a:extLst>
          </p:cNvPr>
          <p:cNvSpPr txBox="1"/>
          <p:nvPr userDrawn="1"/>
        </p:nvSpPr>
        <p:spPr>
          <a:xfrm>
            <a:off x="901024" y="889816"/>
            <a:ext cx="112723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6600" b="1" dirty="0">
                <a:solidFill>
                  <a:schemeClr val="accent4">
                    <a:lumMod val="75000"/>
                  </a:schemeClr>
                </a:solidFill>
                <a:effectLst/>
              </a:rPr>
              <a:t>03</a:t>
            </a:r>
            <a:endParaRPr kumimoji="1" lang="zh-TW" altLang="en-US" sz="6600" b="1" dirty="0">
              <a:solidFill>
                <a:schemeClr val="accent4">
                  <a:lumMod val="75000"/>
                </a:schemeClr>
              </a:solidFill>
              <a:effectLst/>
            </a:endParaRPr>
          </a:p>
        </p:txBody>
      </p:sp>
      <p:sp>
        <p:nvSpPr>
          <p:cNvPr id="17" name="手繪多邊形 16">
            <a:extLst>
              <a:ext uri="{FF2B5EF4-FFF2-40B4-BE49-F238E27FC236}">
                <a16:creationId xmlns:a16="http://schemas.microsoft.com/office/drawing/2014/main" id="{7516DD91-E89A-2E4C-952C-64051C87A307}"/>
              </a:ext>
            </a:extLst>
          </p:cNvPr>
          <p:cNvSpPr/>
          <p:nvPr userDrawn="1"/>
        </p:nvSpPr>
        <p:spPr>
          <a:xfrm>
            <a:off x="6367655" y="-126198"/>
            <a:ext cx="5885306" cy="5184877"/>
          </a:xfrm>
          <a:custGeom>
            <a:avLst/>
            <a:gdLst>
              <a:gd name="connsiteX0" fmla="*/ 47897 w 8063489"/>
              <a:gd name="connsiteY0" fmla="*/ 0 h 6769721"/>
              <a:gd name="connsiteX1" fmla="*/ 210025 w 8063489"/>
              <a:gd name="connsiteY1" fmla="*/ 622570 h 6769721"/>
              <a:gd name="connsiteX2" fmla="*/ 2501 w 8063489"/>
              <a:gd name="connsiteY2" fmla="*/ 1757464 h 6769721"/>
              <a:gd name="connsiteX3" fmla="*/ 138689 w 8063489"/>
              <a:gd name="connsiteY3" fmla="*/ 2431915 h 6769721"/>
              <a:gd name="connsiteX4" fmla="*/ 722348 w 8063489"/>
              <a:gd name="connsiteY4" fmla="*/ 2749685 h 6769721"/>
              <a:gd name="connsiteX5" fmla="*/ 1403284 w 8063489"/>
              <a:gd name="connsiteY5" fmla="*/ 2905327 h 6769721"/>
              <a:gd name="connsiteX6" fmla="*/ 1727540 w 8063489"/>
              <a:gd name="connsiteY6" fmla="*/ 3177702 h 6769721"/>
              <a:gd name="connsiteX7" fmla="*/ 1850757 w 8063489"/>
              <a:gd name="connsiteY7" fmla="*/ 3476017 h 6769721"/>
              <a:gd name="connsiteX8" fmla="*/ 1870212 w 8063489"/>
              <a:gd name="connsiteY8" fmla="*/ 4241259 h 6769721"/>
              <a:gd name="connsiteX9" fmla="*/ 2129616 w 8063489"/>
              <a:gd name="connsiteY9" fmla="*/ 4876800 h 6769721"/>
              <a:gd name="connsiteX10" fmla="*/ 2706791 w 8063489"/>
              <a:gd name="connsiteY10" fmla="*/ 5389123 h 6769721"/>
              <a:gd name="connsiteX11" fmla="*/ 3446093 w 8063489"/>
              <a:gd name="connsiteY11" fmla="*/ 5551251 h 6769721"/>
              <a:gd name="connsiteX12" fmla="*/ 4036237 w 8063489"/>
              <a:gd name="connsiteY12" fmla="*/ 5395608 h 6769721"/>
              <a:gd name="connsiteX13" fmla="*/ 4535591 w 8063489"/>
              <a:gd name="connsiteY13" fmla="*/ 4967591 h 6769721"/>
              <a:gd name="connsiteX14" fmla="*/ 4924697 w 8063489"/>
              <a:gd name="connsiteY14" fmla="*/ 4824919 h 6769721"/>
              <a:gd name="connsiteX15" fmla="*/ 5287863 w 8063489"/>
              <a:gd name="connsiteY15" fmla="*/ 5012987 h 6769721"/>
              <a:gd name="connsiteX16" fmla="*/ 5612118 w 8063489"/>
              <a:gd name="connsiteY16" fmla="*/ 5460459 h 6769721"/>
              <a:gd name="connsiteX17" fmla="*/ 6079046 w 8063489"/>
              <a:gd name="connsiteY17" fmla="*/ 6180306 h 6769721"/>
              <a:gd name="connsiteX18" fmla="*/ 6734042 w 8063489"/>
              <a:gd name="connsiteY18" fmla="*/ 6627779 h 6769721"/>
              <a:gd name="connsiteX19" fmla="*/ 7479829 w 8063489"/>
              <a:gd name="connsiteY19" fmla="*/ 6763966 h 6769721"/>
              <a:gd name="connsiteX20" fmla="*/ 8063489 w 8063489"/>
              <a:gd name="connsiteY20" fmla="*/ 6731540 h 6769721"/>
              <a:gd name="connsiteX0" fmla="*/ 47897 w 8225617"/>
              <a:gd name="connsiteY0" fmla="*/ 0 h 6767583"/>
              <a:gd name="connsiteX1" fmla="*/ 210025 w 8225617"/>
              <a:gd name="connsiteY1" fmla="*/ 622570 h 6767583"/>
              <a:gd name="connsiteX2" fmla="*/ 2501 w 8225617"/>
              <a:gd name="connsiteY2" fmla="*/ 1757464 h 6767583"/>
              <a:gd name="connsiteX3" fmla="*/ 138689 w 8225617"/>
              <a:gd name="connsiteY3" fmla="*/ 2431915 h 6767583"/>
              <a:gd name="connsiteX4" fmla="*/ 722348 w 8225617"/>
              <a:gd name="connsiteY4" fmla="*/ 2749685 h 6767583"/>
              <a:gd name="connsiteX5" fmla="*/ 1403284 w 8225617"/>
              <a:gd name="connsiteY5" fmla="*/ 2905327 h 6767583"/>
              <a:gd name="connsiteX6" fmla="*/ 1727540 w 8225617"/>
              <a:gd name="connsiteY6" fmla="*/ 3177702 h 6767583"/>
              <a:gd name="connsiteX7" fmla="*/ 1850757 w 8225617"/>
              <a:gd name="connsiteY7" fmla="*/ 3476017 h 6767583"/>
              <a:gd name="connsiteX8" fmla="*/ 1870212 w 8225617"/>
              <a:gd name="connsiteY8" fmla="*/ 4241259 h 6767583"/>
              <a:gd name="connsiteX9" fmla="*/ 2129616 w 8225617"/>
              <a:gd name="connsiteY9" fmla="*/ 4876800 h 6767583"/>
              <a:gd name="connsiteX10" fmla="*/ 2706791 w 8225617"/>
              <a:gd name="connsiteY10" fmla="*/ 5389123 h 6767583"/>
              <a:gd name="connsiteX11" fmla="*/ 3446093 w 8225617"/>
              <a:gd name="connsiteY11" fmla="*/ 5551251 h 6767583"/>
              <a:gd name="connsiteX12" fmla="*/ 4036237 w 8225617"/>
              <a:gd name="connsiteY12" fmla="*/ 5395608 h 6767583"/>
              <a:gd name="connsiteX13" fmla="*/ 4535591 w 8225617"/>
              <a:gd name="connsiteY13" fmla="*/ 4967591 h 6767583"/>
              <a:gd name="connsiteX14" fmla="*/ 4924697 w 8225617"/>
              <a:gd name="connsiteY14" fmla="*/ 4824919 h 6767583"/>
              <a:gd name="connsiteX15" fmla="*/ 5287863 w 8225617"/>
              <a:gd name="connsiteY15" fmla="*/ 5012987 h 6767583"/>
              <a:gd name="connsiteX16" fmla="*/ 5612118 w 8225617"/>
              <a:gd name="connsiteY16" fmla="*/ 5460459 h 6767583"/>
              <a:gd name="connsiteX17" fmla="*/ 6079046 w 8225617"/>
              <a:gd name="connsiteY17" fmla="*/ 6180306 h 6767583"/>
              <a:gd name="connsiteX18" fmla="*/ 6734042 w 8225617"/>
              <a:gd name="connsiteY18" fmla="*/ 6627779 h 6767583"/>
              <a:gd name="connsiteX19" fmla="*/ 7479829 w 8225617"/>
              <a:gd name="connsiteY19" fmla="*/ 6763966 h 6767583"/>
              <a:gd name="connsiteX20" fmla="*/ 8225617 w 8225617"/>
              <a:gd name="connsiteY20" fmla="*/ 6718570 h 6767583"/>
              <a:gd name="connsiteX0" fmla="*/ 47897 w 8225617"/>
              <a:gd name="connsiteY0" fmla="*/ 0 h 6767583"/>
              <a:gd name="connsiteX1" fmla="*/ 210025 w 8225617"/>
              <a:gd name="connsiteY1" fmla="*/ 622570 h 6767583"/>
              <a:gd name="connsiteX2" fmla="*/ 2501 w 8225617"/>
              <a:gd name="connsiteY2" fmla="*/ 1757464 h 6767583"/>
              <a:gd name="connsiteX3" fmla="*/ 138689 w 8225617"/>
              <a:gd name="connsiteY3" fmla="*/ 2431915 h 6767583"/>
              <a:gd name="connsiteX4" fmla="*/ 722348 w 8225617"/>
              <a:gd name="connsiteY4" fmla="*/ 2749685 h 6767583"/>
              <a:gd name="connsiteX5" fmla="*/ 1403284 w 8225617"/>
              <a:gd name="connsiteY5" fmla="*/ 2905327 h 6767583"/>
              <a:gd name="connsiteX6" fmla="*/ 1727540 w 8225617"/>
              <a:gd name="connsiteY6" fmla="*/ 3177702 h 6767583"/>
              <a:gd name="connsiteX7" fmla="*/ 1850757 w 8225617"/>
              <a:gd name="connsiteY7" fmla="*/ 3476017 h 6767583"/>
              <a:gd name="connsiteX8" fmla="*/ 1870212 w 8225617"/>
              <a:gd name="connsiteY8" fmla="*/ 4241259 h 6767583"/>
              <a:gd name="connsiteX9" fmla="*/ 2129616 w 8225617"/>
              <a:gd name="connsiteY9" fmla="*/ 4876800 h 6767583"/>
              <a:gd name="connsiteX10" fmla="*/ 2706791 w 8225617"/>
              <a:gd name="connsiteY10" fmla="*/ 5389123 h 6767583"/>
              <a:gd name="connsiteX11" fmla="*/ 3446093 w 8225617"/>
              <a:gd name="connsiteY11" fmla="*/ 5551251 h 6767583"/>
              <a:gd name="connsiteX12" fmla="*/ 4036237 w 8225617"/>
              <a:gd name="connsiteY12" fmla="*/ 5395608 h 6767583"/>
              <a:gd name="connsiteX13" fmla="*/ 4535591 w 8225617"/>
              <a:gd name="connsiteY13" fmla="*/ 4967591 h 6767583"/>
              <a:gd name="connsiteX14" fmla="*/ 4924697 w 8225617"/>
              <a:gd name="connsiteY14" fmla="*/ 4824919 h 6767583"/>
              <a:gd name="connsiteX15" fmla="*/ 5313804 w 8225617"/>
              <a:gd name="connsiteY15" fmla="*/ 4948136 h 6767583"/>
              <a:gd name="connsiteX16" fmla="*/ 5612118 w 8225617"/>
              <a:gd name="connsiteY16" fmla="*/ 5460459 h 6767583"/>
              <a:gd name="connsiteX17" fmla="*/ 6079046 w 8225617"/>
              <a:gd name="connsiteY17" fmla="*/ 6180306 h 6767583"/>
              <a:gd name="connsiteX18" fmla="*/ 6734042 w 8225617"/>
              <a:gd name="connsiteY18" fmla="*/ 6627779 h 6767583"/>
              <a:gd name="connsiteX19" fmla="*/ 7479829 w 8225617"/>
              <a:gd name="connsiteY19" fmla="*/ 6763966 h 6767583"/>
              <a:gd name="connsiteX20" fmla="*/ 8225617 w 8225617"/>
              <a:gd name="connsiteY20" fmla="*/ 6718570 h 6767583"/>
              <a:gd name="connsiteX0" fmla="*/ 47897 w 8225617"/>
              <a:gd name="connsiteY0" fmla="*/ 0 h 6767583"/>
              <a:gd name="connsiteX1" fmla="*/ 210025 w 8225617"/>
              <a:gd name="connsiteY1" fmla="*/ 622570 h 6767583"/>
              <a:gd name="connsiteX2" fmla="*/ 2501 w 8225617"/>
              <a:gd name="connsiteY2" fmla="*/ 1757464 h 6767583"/>
              <a:gd name="connsiteX3" fmla="*/ 138689 w 8225617"/>
              <a:gd name="connsiteY3" fmla="*/ 2431915 h 6767583"/>
              <a:gd name="connsiteX4" fmla="*/ 722348 w 8225617"/>
              <a:gd name="connsiteY4" fmla="*/ 2749685 h 6767583"/>
              <a:gd name="connsiteX5" fmla="*/ 1403284 w 8225617"/>
              <a:gd name="connsiteY5" fmla="*/ 2905327 h 6767583"/>
              <a:gd name="connsiteX6" fmla="*/ 1727540 w 8225617"/>
              <a:gd name="connsiteY6" fmla="*/ 3177702 h 6767583"/>
              <a:gd name="connsiteX7" fmla="*/ 1850757 w 8225617"/>
              <a:gd name="connsiteY7" fmla="*/ 3476017 h 6767583"/>
              <a:gd name="connsiteX8" fmla="*/ 1870212 w 8225617"/>
              <a:gd name="connsiteY8" fmla="*/ 4241259 h 6767583"/>
              <a:gd name="connsiteX9" fmla="*/ 2129616 w 8225617"/>
              <a:gd name="connsiteY9" fmla="*/ 4876800 h 6767583"/>
              <a:gd name="connsiteX10" fmla="*/ 2706791 w 8225617"/>
              <a:gd name="connsiteY10" fmla="*/ 5389123 h 6767583"/>
              <a:gd name="connsiteX11" fmla="*/ 3446093 w 8225617"/>
              <a:gd name="connsiteY11" fmla="*/ 5551251 h 6767583"/>
              <a:gd name="connsiteX12" fmla="*/ 4036237 w 8225617"/>
              <a:gd name="connsiteY12" fmla="*/ 5395608 h 6767583"/>
              <a:gd name="connsiteX13" fmla="*/ 4535591 w 8225617"/>
              <a:gd name="connsiteY13" fmla="*/ 4967591 h 6767583"/>
              <a:gd name="connsiteX14" fmla="*/ 4924697 w 8225617"/>
              <a:gd name="connsiteY14" fmla="*/ 4824919 h 6767583"/>
              <a:gd name="connsiteX15" fmla="*/ 5313804 w 8225617"/>
              <a:gd name="connsiteY15" fmla="*/ 4948136 h 6767583"/>
              <a:gd name="connsiteX16" fmla="*/ 5663998 w 8225617"/>
              <a:gd name="connsiteY16" fmla="*/ 5389123 h 6767583"/>
              <a:gd name="connsiteX17" fmla="*/ 6079046 w 8225617"/>
              <a:gd name="connsiteY17" fmla="*/ 6180306 h 6767583"/>
              <a:gd name="connsiteX18" fmla="*/ 6734042 w 8225617"/>
              <a:gd name="connsiteY18" fmla="*/ 6627779 h 6767583"/>
              <a:gd name="connsiteX19" fmla="*/ 7479829 w 8225617"/>
              <a:gd name="connsiteY19" fmla="*/ 6763966 h 6767583"/>
              <a:gd name="connsiteX20" fmla="*/ 8225617 w 8225617"/>
              <a:gd name="connsiteY20" fmla="*/ 6718570 h 6767583"/>
              <a:gd name="connsiteX0" fmla="*/ 47897 w 8225617"/>
              <a:gd name="connsiteY0" fmla="*/ 0 h 6767583"/>
              <a:gd name="connsiteX1" fmla="*/ 210025 w 8225617"/>
              <a:gd name="connsiteY1" fmla="*/ 622570 h 6767583"/>
              <a:gd name="connsiteX2" fmla="*/ 2501 w 8225617"/>
              <a:gd name="connsiteY2" fmla="*/ 1757464 h 6767583"/>
              <a:gd name="connsiteX3" fmla="*/ 138689 w 8225617"/>
              <a:gd name="connsiteY3" fmla="*/ 2431915 h 6767583"/>
              <a:gd name="connsiteX4" fmla="*/ 722348 w 8225617"/>
              <a:gd name="connsiteY4" fmla="*/ 2749685 h 6767583"/>
              <a:gd name="connsiteX5" fmla="*/ 1403284 w 8225617"/>
              <a:gd name="connsiteY5" fmla="*/ 2905327 h 6767583"/>
              <a:gd name="connsiteX6" fmla="*/ 1727540 w 8225617"/>
              <a:gd name="connsiteY6" fmla="*/ 3177702 h 6767583"/>
              <a:gd name="connsiteX7" fmla="*/ 1850757 w 8225617"/>
              <a:gd name="connsiteY7" fmla="*/ 3476017 h 6767583"/>
              <a:gd name="connsiteX8" fmla="*/ 1870212 w 8225617"/>
              <a:gd name="connsiteY8" fmla="*/ 4241259 h 6767583"/>
              <a:gd name="connsiteX9" fmla="*/ 2129616 w 8225617"/>
              <a:gd name="connsiteY9" fmla="*/ 4876800 h 6767583"/>
              <a:gd name="connsiteX10" fmla="*/ 2706791 w 8225617"/>
              <a:gd name="connsiteY10" fmla="*/ 5389123 h 6767583"/>
              <a:gd name="connsiteX11" fmla="*/ 3446093 w 8225617"/>
              <a:gd name="connsiteY11" fmla="*/ 5551251 h 6767583"/>
              <a:gd name="connsiteX12" fmla="*/ 4036237 w 8225617"/>
              <a:gd name="connsiteY12" fmla="*/ 5395608 h 6767583"/>
              <a:gd name="connsiteX13" fmla="*/ 4535591 w 8225617"/>
              <a:gd name="connsiteY13" fmla="*/ 4967591 h 6767583"/>
              <a:gd name="connsiteX14" fmla="*/ 4924697 w 8225617"/>
              <a:gd name="connsiteY14" fmla="*/ 4824919 h 6767583"/>
              <a:gd name="connsiteX15" fmla="*/ 5313804 w 8225617"/>
              <a:gd name="connsiteY15" fmla="*/ 4948136 h 6767583"/>
              <a:gd name="connsiteX16" fmla="*/ 5663998 w 8225617"/>
              <a:gd name="connsiteY16" fmla="*/ 5389123 h 6767583"/>
              <a:gd name="connsiteX17" fmla="*/ 6079046 w 8225617"/>
              <a:gd name="connsiteY17" fmla="*/ 6180306 h 6767583"/>
              <a:gd name="connsiteX18" fmla="*/ 6734042 w 8225617"/>
              <a:gd name="connsiteY18" fmla="*/ 6627779 h 6767583"/>
              <a:gd name="connsiteX19" fmla="*/ 7479829 w 8225617"/>
              <a:gd name="connsiteY19" fmla="*/ 6763966 h 6767583"/>
              <a:gd name="connsiteX20" fmla="*/ 8225617 w 8225617"/>
              <a:gd name="connsiteY20" fmla="*/ 6718570 h 6767583"/>
              <a:gd name="connsiteX21" fmla="*/ 47897 w 8225617"/>
              <a:gd name="connsiteY21" fmla="*/ 0 h 6767583"/>
              <a:gd name="connsiteX0" fmla="*/ 47897 w 8383630"/>
              <a:gd name="connsiteY0" fmla="*/ 0 h 6983912"/>
              <a:gd name="connsiteX1" fmla="*/ 210025 w 8383630"/>
              <a:gd name="connsiteY1" fmla="*/ 622570 h 6983912"/>
              <a:gd name="connsiteX2" fmla="*/ 2501 w 8383630"/>
              <a:gd name="connsiteY2" fmla="*/ 1757464 h 6983912"/>
              <a:gd name="connsiteX3" fmla="*/ 138689 w 8383630"/>
              <a:gd name="connsiteY3" fmla="*/ 2431915 h 6983912"/>
              <a:gd name="connsiteX4" fmla="*/ 722348 w 8383630"/>
              <a:gd name="connsiteY4" fmla="*/ 2749685 h 6983912"/>
              <a:gd name="connsiteX5" fmla="*/ 1403284 w 8383630"/>
              <a:gd name="connsiteY5" fmla="*/ 2905327 h 6983912"/>
              <a:gd name="connsiteX6" fmla="*/ 1727540 w 8383630"/>
              <a:gd name="connsiteY6" fmla="*/ 3177702 h 6983912"/>
              <a:gd name="connsiteX7" fmla="*/ 1850757 w 8383630"/>
              <a:gd name="connsiteY7" fmla="*/ 3476017 h 6983912"/>
              <a:gd name="connsiteX8" fmla="*/ 1870212 w 8383630"/>
              <a:gd name="connsiteY8" fmla="*/ 4241259 h 6983912"/>
              <a:gd name="connsiteX9" fmla="*/ 2129616 w 8383630"/>
              <a:gd name="connsiteY9" fmla="*/ 4876800 h 6983912"/>
              <a:gd name="connsiteX10" fmla="*/ 2706791 w 8383630"/>
              <a:gd name="connsiteY10" fmla="*/ 5389123 h 6983912"/>
              <a:gd name="connsiteX11" fmla="*/ 3446093 w 8383630"/>
              <a:gd name="connsiteY11" fmla="*/ 5551251 h 6983912"/>
              <a:gd name="connsiteX12" fmla="*/ 4036237 w 8383630"/>
              <a:gd name="connsiteY12" fmla="*/ 5395608 h 6983912"/>
              <a:gd name="connsiteX13" fmla="*/ 4535591 w 8383630"/>
              <a:gd name="connsiteY13" fmla="*/ 4967591 h 6983912"/>
              <a:gd name="connsiteX14" fmla="*/ 4924697 w 8383630"/>
              <a:gd name="connsiteY14" fmla="*/ 4824919 h 6983912"/>
              <a:gd name="connsiteX15" fmla="*/ 5313804 w 8383630"/>
              <a:gd name="connsiteY15" fmla="*/ 4948136 h 6983912"/>
              <a:gd name="connsiteX16" fmla="*/ 5663998 w 8383630"/>
              <a:gd name="connsiteY16" fmla="*/ 5389123 h 6983912"/>
              <a:gd name="connsiteX17" fmla="*/ 6079046 w 8383630"/>
              <a:gd name="connsiteY17" fmla="*/ 6180306 h 6983912"/>
              <a:gd name="connsiteX18" fmla="*/ 6734042 w 8383630"/>
              <a:gd name="connsiteY18" fmla="*/ 6627779 h 6983912"/>
              <a:gd name="connsiteX19" fmla="*/ 7479829 w 8383630"/>
              <a:gd name="connsiteY19" fmla="*/ 6763966 h 6983912"/>
              <a:gd name="connsiteX20" fmla="*/ 8225617 w 8383630"/>
              <a:gd name="connsiteY20" fmla="*/ 6718570 h 6983912"/>
              <a:gd name="connsiteX21" fmla="*/ 4172425 w 8383630"/>
              <a:gd name="connsiteY21" fmla="*/ 3398196 h 6983912"/>
              <a:gd name="connsiteX22" fmla="*/ 47897 w 8383630"/>
              <a:gd name="connsiteY22" fmla="*/ 0 h 6983912"/>
              <a:gd name="connsiteX0" fmla="*/ 47897 w 8383630"/>
              <a:gd name="connsiteY0" fmla="*/ 0 h 6983912"/>
              <a:gd name="connsiteX1" fmla="*/ 210025 w 8383630"/>
              <a:gd name="connsiteY1" fmla="*/ 622570 h 6983912"/>
              <a:gd name="connsiteX2" fmla="*/ 2501 w 8383630"/>
              <a:gd name="connsiteY2" fmla="*/ 1757464 h 6983912"/>
              <a:gd name="connsiteX3" fmla="*/ 138689 w 8383630"/>
              <a:gd name="connsiteY3" fmla="*/ 2431915 h 6983912"/>
              <a:gd name="connsiteX4" fmla="*/ 722348 w 8383630"/>
              <a:gd name="connsiteY4" fmla="*/ 2749685 h 6983912"/>
              <a:gd name="connsiteX5" fmla="*/ 1403284 w 8383630"/>
              <a:gd name="connsiteY5" fmla="*/ 2905327 h 6983912"/>
              <a:gd name="connsiteX6" fmla="*/ 1727540 w 8383630"/>
              <a:gd name="connsiteY6" fmla="*/ 3177702 h 6983912"/>
              <a:gd name="connsiteX7" fmla="*/ 1850757 w 8383630"/>
              <a:gd name="connsiteY7" fmla="*/ 3476017 h 6983912"/>
              <a:gd name="connsiteX8" fmla="*/ 1870212 w 8383630"/>
              <a:gd name="connsiteY8" fmla="*/ 4241259 h 6983912"/>
              <a:gd name="connsiteX9" fmla="*/ 2129616 w 8383630"/>
              <a:gd name="connsiteY9" fmla="*/ 4876800 h 6983912"/>
              <a:gd name="connsiteX10" fmla="*/ 2706791 w 8383630"/>
              <a:gd name="connsiteY10" fmla="*/ 5389123 h 6983912"/>
              <a:gd name="connsiteX11" fmla="*/ 3446093 w 8383630"/>
              <a:gd name="connsiteY11" fmla="*/ 5551251 h 6983912"/>
              <a:gd name="connsiteX12" fmla="*/ 4036237 w 8383630"/>
              <a:gd name="connsiteY12" fmla="*/ 5395608 h 6983912"/>
              <a:gd name="connsiteX13" fmla="*/ 4535591 w 8383630"/>
              <a:gd name="connsiteY13" fmla="*/ 4967591 h 6983912"/>
              <a:gd name="connsiteX14" fmla="*/ 4924697 w 8383630"/>
              <a:gd name="connsiteY14" fmla="*/ 4824919 h 6983912"/>
              <a:gd name="connsiteX15" fmla="*/ 5313804 w 8383630"/>
              <a:gd name="connsiteY15" fmla="*/ 4948136 h 6983912"/>
              <a:gd name="connsiteX16" fmla="*/ 5663998 w 8383630"/>
              <a:gd name="connsiteY16" fmla="*/ 5389123 h 6983912"/>
              <a:gd name="connsiteX17" fmla="*/ 6079046 w 8383630"/>
              <a:gd name="connsiteY17" fmla="*/ 6180306 h 6983912"/>
              <a:gd name="connsiteX18" fmla="*/ 6734042 w 8383630"/>
              <a:gd name="connsiteY18" fmla="*/ 6627779 h 6983912"/>
              <a:gd name="connsiteX19" fmla="*/ 7479829 w 8383630"/>
              <a:gd name="connsiteY19" fmla="*/ 6763966 h 6983912"/>
              <a:gd name="connsiteX20" fmla="*/ 8225617 w 8383630"/>
              <a:gd name="connsiteY20" fmla="*/ 6718570 h 6983912"/>
              <a:gd name="connsiteX21" fmla="*/ 8232102 w 8383630"/>
              <a:gd name="connsiteY21" fmla="*/ 6486 h 6983912"/>
              <a:gd name="connsiteX22" fmla="*/ 47897 w 8383630"/>
              <a:gd name="connsiteY22" fmla="*/ 0 h 6983912"/>
              <a:gd name="connsiteX0" fmla="*/ 47897 w 8232102"/>
              <a:gd name="connsiteY0" fmla="*/ 0 h 6787183"/>
              <a:gd name="connsiteX1" fmla="*/ 210025 w 8232102"/>
              <a:gd name="connsiteY1" fmla="*/ 622570 h 6787183"/>
              <a:gd name="connsiteX2" fmla="*/ 2501 w 8232102"/>
              <a:gd name="connsiteY2" fmla="*/ 1757464 h 6787183"/>
              <a:gd name="connsiteX3" fmla="*/ 138689 w 8232102"/>
              <a:gd name="connsiteY3" fmla="*/ 2431915 h 6787183"/>
              <a:gd name="connsiteX4" fmla="*/ 722348 w 8232102"/>
              <a:gd name="connsiteY4" fmla="*/ 2749685 h 6787183"/>
              <a:gd name="connsiteX5" fmla="*/ 1403284 w 8232102"/>
              <a:gd name="connsiteY5" fmla="*/ 2905327 h 6787183"/>
              <a:gd name="connsiteX6" fmla="*/ 1727540 w 8232102"/>
              <a:gd name="connsiteY6" fmla="*/ 3177702 h 6787183"/>
              <a:gd name="connsiteX7" fmla="*/ 1850757 w 8232102"/>
              <a:gd name="connsiteY7" fmla="*/ 3476017 h 6787183"/>
              <a:gd name="connsiteX8" fmla="*/ 1870212 w 8232102"/>
              <a:gd name="connsiteY8" fmla="*/ 4241259 h 6787183"/>
              <a:gd name="connsiteX9" fmla="*/ 2129616 w 8232102"/>
              <a:gd name="connsiteY9" fmla="*/ 4876800 h 6787183"/>
              <a:gd name="connsiteX10" fmla="*/ 2706791 w 8232102"/>
              <a:gd name="connsiteY10" fmla="*/ 5389123 h 6787183"/>
              <a:gd name="connsiteX11" fmla="*/ 3446093 w 8232102"/>
              <a:gd name="connsiteY11" fmla="*/ 5551251 h 6787183"/>
              <a:gd name="connsiteX12" fmla="*/ 4036237 w 8232102"/>
              <a:gd name="connsiteY12" fmla="*/ 5395608 h 6787183"/>
              <a:gd name="connsiteX13" fmla="*/ 4535591 w 8232102"/>
              <a:gd name="connsiteY13" fmla="*/ 4967591 h 6787183"/>
              <a:gd name="connsiteX14" fmla="*/ 4924697 w 8232102"/>
              <a:gd name="connsiteY14" fmla="*/ 4824919 h 6787183"/>
              <a:gd name="connsiteX15" fmla="*/ 5313804 w 8232102"/>
              <a:gd name="connsiteY15" fmla="*/ 4948136 h 6787183"/>
              <a:gd name="connsiteX16" fmla="*/ 5663998 w 8232102"/>
              <a:gd name="connsiteY16" fmla="*/ 5389123 h 6787183"/>
              <a:gd name="connsiteX17" fmla="*/ 6079046 w 8232102"/>
              <a:gd name="connsiteY17" fmla="*/ 6180306 h 6787183"/>
              <a:gd name="connsiteX18" fmla="*/ 6734042 w 8232102"/>
              <a:gd name="connsiteY18" fmla="*/ 6627779 h 6787183"/>
              <a:gd name="connsiteX19" fmla="*/ 7479829 w 8232102"/>
              <a:gd name="connsiteY19" fmla="*/ 6763966 h 6787183"/>
              <a:gd name="connsiteX20" fmla="*/ 8225617 w 8232102"/>
              <a:gd name="connsiteY20" fmla="*/ 6718570 h 6787183"/>
              <a:gd name="connsiteX21" fmla="*/ 8232102 w 8232102"/>
              <a:gd name="connsiteY21" fmla="*/ 6486 h 6787183"/>
              <a:gd name="connsiteX22" fmla="*/ 47897 w 8232102"/>
              <a:gd name="connsiteY22" fmla="*/ 0 h 6787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232102" h="6787183">
                <a:moveTo>
                  <a:pt x="47897" y="0"/>
                </a:moveTo>
                <a:cubicBezTo>
                  <a:pt x="132744" y="164829"/>
                  <a:pt x="217591" y="329659"/>
                  <a:pt x="210025" y="622570"/>
                </a:cubicBezTo>
                <a:cubicBezTo>
                  <a:pt x="202459" y="915481"/>
                  <a:pt x="14390" y="1455907"/>
                  <a:pt x="2501" y="1757464"/>
                </a:cubicBezTo>
                <a:cubicBezTo>
                  <a:pt x="-9388" y="2059021"/>
                  <a:pt x="18715" y="2266545"/>
                  <a:pt x="138689" y="2431915"/>
                </a:cubicBezTo>
                <a:cubicBezTo>
                  <a:pt x="258663" y="2597285"/>
                  <a:pt x="511582" y="2670783"/>
                  <a:pt x="722348" y="2749685"/>
                </a:cubicBezTo>
                <a:cubicBezTo>
                  <a:pt x="933114" y="2828587"/>
                  <a:pt x="1235752" y="2833991"/>
                  <a:pt x="1403284" y="2905327"/>
                </a:cubicBezTo>
                <a:cubicBezTo>
                  <a:pt x="1570816" y="2976663"/>
                  <a:pt x="1652961" y="3082587"/>
                  <a:pt x="1727540" y="3177702"/>
                </a:cubicBezTo>
                <a:cubicBezTo>
                  <a:pt x="1802119" y="3272817"/>
                  <a:pt x="1826978" y="3298758"/>
                  <a:pt x="1850757" y="3476017"/>
                </a:cubicBezTo>
                <a:cubicBezTo>
                  <a:pt x="1874536" y="3653276"/>
                  <a:pt x="1823736" y="4007795"/>
                  <a:pt x="1870212" y="4241259"/>
                </a:cubicBezTo>
                <a:cubicBezTo>
                  <a:pt x="1916688" y="4474723"/>
                  <a:pt x="1990186" y="4685489"/>
                  <a:pt x="2129616" y="4876800"/>
                </a:cubicBezTo>
                <a:cubicBezTo>
                  <a:pt x="2269046" y="5068111"/>
                  <a:pt x="2487378" y="5276715"/>
                  <a:pt x="2706791" y="5389123"/>
                </a:cubicBezTo>
                <a:cubicBezTo>
                  <a:pt x="2926204" y="5501531"/>
                  <a:pt x="3224519" y="5550170"/>
                  <a:pt x="3446093" y="5551251"/>
                </a:cubicBezTo>
                <a:cubicBezTo>
                  <a:pt x="3667667" y="5552332"/>
                  <a:pt x="3854654" y="5492885"/>
                  <a:pt x="4036237" y="5395608"/>
                </a:cubicBezTo>
                <a:cubicBezTo>
                  <a:pt x="4217820" y="5298331"/>
                  <a:pt x="4387514" y="5062706"/>
                  <a:pt x="4535591" y="4967591"/>
                </a:cubicBezTo>
                <a:cubicBezTo>
                  <a:pt x="4683668" y="4872476"/>
                  <a:pt x="4794995" y="4828161"/>
                  <a:pt x="4924697" y="4824919"/>
                </a:cubicBezTo>
                <a:cubicBezTo>
                  <a:pt x="5054399" y="4821677"/>
                  <a:pt x="5190587" y="4854102"/>
                  <a:pt x="5313804" y="4948136"/>
                </a:cubicBezTo>
                <a:cubicBezTo>
                  <a:pt x="5437021" y="5042170"/>
                  <a:pt x="5536458" y="5183761"/>
                  <a:pt x="5663998" y="5389123"/>
                </a:cubicBezTo>
                <a:cubicBezTo>
                  <a:pt x="5791538" y="5594485"/>
                  <a:pt x="5900705" y="5973863"/>
                  <a:pt x="6079046" y="6180306"/>
                </a:cubicBezTo>
                <a:cubicBezTo>
                  <a:pt x="6257387" y="6386749"/>
                  <a:pt x="6500578" y="6530502"/>
                  <a:pt x="6734042" y="6627779"/>
                </a:cubicBezTo>
                <a:cubicBezTo>
                  <a:pt x="6967506" y="6725056"/>
                  <a:pt x="7231233" y="6748834"/>
                  <a:pt x="7479829" y="6763966"/>
                </a:cubicBezTo>
                <a:cubicBezTo>
                  <a:pt x="7728425" y="6779098"/>
                  <a:pt x="8018395" y="6825876"/>
                  <a:pt x="8225617" y="6718570"/>
                </a:cubicBezTo>
                <a:cubicBezTo>
                  <a:pt x="8227779" y="4481209"/>
                  <a:pt x="8229940" y="2243847"/>
                  <a:pt x="8232102" y="6486"/>
                </a:cubicBezTo>
                <a:lnTo>
                  <a:pt x="47897" y="0"/>
                </a:lnTo>
                <a:close/>
              </a:path>
            </a:pathLst>
          </a:custGeom>
          <a:gradFill flip="none" rotWithShape="1">
            <a:gsLst>
              <a:gs pos="0">
                <a:srgbClr val="B2F2E0"/>
              </a:gs>
              <a:gs pos="50000">
                <a:srgbClr val="73E1C8"/>
              </a:gs>
              <a:gs pos="98000">
                <a:srgbClr val="63E3EA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手繪多邊形 17">
            <a:extLst>
              <a:ext uri="{FF2B5EF4-FFF2-40B4-BE49-F238E27FC236}">
                <a16:creationId xmlns:a16="http://schemas.microsoft.com/office/drawing/2014/main" id="{0B7E66DE-5E22-0844-90FF-8D228C658559}"/>
              </a:ext>
            </a:extLst>
          </p:cNvPr>
          <p:cNvSpPr/>
          <p:nvPr userDrawn="1"/>
        </p:nvSpPr>
        <p:spPr>
          <a:xfrm>
            <a:off x="6751689" y="-206759"/>
            <a:ext cx="5591934" cy="5022190"/>
          </a:xfrm>
          <a:custGeom>
            <a:avLst/>
            <a:gdLst>
              <a:gd name="connsiteX0" fmla="*/ 383057 w 3542516"/>
              <a:gd name="connsiteY0" fmla="*/ 0 h 3086438"/>
              <a:gd name="connsiteX1" fmla="*/ 326350 w 3542516"/>
              <a:gd name="connsiteY1" fmla="*/ 333154 h 3086438"/>
              <a:gd name="connsiteX2" fmla="*/ 106610 w 3542516"/>
              <a:gd name="connsiteY2" fmla="*/ 744279 h 3086438"/>
              <a:gd name="connsiteX3" fmla="*/ 285 w 3542516"/>
              <a:gd name="connsiteY3" fmla="*/ 1063256 h 3086438"/>
              <a:gd name="connsiteX4" fmla="*/ 85345 w 3542516"/>
              <a:gd name="connsiteY4" fmla="*/ 1254642 h 3086438"/>
              <a:gd name="connsiteX5" fmla="*/ 354703 w 3542516"/>
              <a:gd name="connsiteY5" fmla="*/ 1311349 h 3086438"/>
              <a:gd name="connsiteX6" fmla="*/ 567355 w 3542516"/>
              <a:gd name="connsiteY6" fmla="*/ 1240465 h 3086438"/>
              <a:gd name="connsiteX7" fmla="*/ 829624 w 3542516"/>
              <a:gd name="connsiteY7" fmla="*/ 1268819 h 3086438"/>
              <a:gd name="connsiteX8" fmla="*/ 978480 w 3542516"/>
              <a:gd name="connsiteY8" fmla="*/ 1438940 h 3086438"/>
              <a:gd name="connsiteX9" fmla="*/ 1006834 w 3542516"/>
              <a:gd name="connsiteY9" fmla="*/ 1722475 h 3086438"/>
              <a:gd name="connsiteX10" fmla="*/ 950127 w 3542516"/>
              <a:gd name="connsiteY10" fmla="*/ 2098158 h 3086438"/>
              <a:gd name="connsiteX11" fmla="*/ 957215 w 3542516"/>
              <a:gd name="connsiteY11" fmla="*/ 2339163 h 3086438"/>
              <a:gd name="connsiteX12" fmla="*/ 1091894 w 3542516"/>
              <a:gd name="connsiteY12" fmla="*/ 2558903 h 3086438"/>
              <a:gd name="connsiteX13" fmla="*/ 1368341 w 3542516"/>
              <a:gd name="connsiteY13" fmla="*/ 2658140 h 3086438"/>
              <a:gd name="connsiteX14" fmla="*/ 1666052 w 3542516"/>
              <a:gd name="connsiteY14" fmla="*/ 2629786 h 3086438"/>
              <a:gd name="connsiteX15" fmla="*/ 1892880 w 3542516"/>
              <a:gd name="connsiteY15" fmla="*/ 2424224 h 3086438"/>
              <a:gd name="connsiteX16" fmla="*/ 2190592 w 3542516"/>
              <a:gd name="connsiteY16" fmla="*/ 2161954 h 3086438"/>
              <a:gd name="connsiteX17" fmla="*/ 2438685 w 3542516"/>
              <a:gd name="connsiteY17" fmla="*/ 1998921 h 3086438"/>
              <a:gd name="connsiteX18" fmla="*/ 2786015 w 3542516"/>
              <a:gd name="connsiteY18" fmla="*/ 2006010 h 3086438"/>
              <a:gd name="connsiteX19" fmla="*/ 2920694 w 3542516"/>
              <a:gd name="connsiteY19" fmla="*/ 2268279 h 3086438"/>
              <a:gd name="connsiteX20" fmla="*/ 2913606 w 3542516"/>
              <a:gd name="connsiteY20" fmla="*/ 2551814 h 3086438"/>
              <a:gd name="connsiteX21" fmla="*/ 2991578 w 3542516"/>
              <a:gd name="connsiteY21" fmla="*/ 2842437 h 3086438"/>
              <a:gd name="connsiteX22" fmla="*/ 3239671 w 3542516"/>
              <a:gd name="connsiteY22" fmla="*/ 3040912 h 3086438"/>
              <a:gd name="connsiteX23" fmla="*/ 3530294 w 3542516"/>
              <a:gd name="connsiteY23" fmla="*/ 3076354 h 3086438"/>
              <a:gd name="connsiteX24" fmla="*/ 3530294 w 3542516"/>
              <a:gd name="connsiteY24" fmla="*/ 3069265 h 3086438"/>
              <a:gd name="connsiteX0" fmla="*/ 383057 w 3542516"/>
              <a:gd name="connsiteY0" fmla="*/ 0 h 3086438"/>
              <a:gd name="connsiteX1" fmla="*/ 373508 w 3542516"/>
              <a:gd name="connsiteY1" fmla="*/ 46081 h 3086438"/>
              <a:gd name="connsiteX2" fmla="*/ 326350 w 3542516"/>
              <a:gd name="connsiteY2" fmla="*/ 333154 h 3086438"/>
              <a:gd name="connsiteX3" fmla="*/ 106610 w 3542516"/>
              <a:gd name="connsiteY3" fmla="*/ 744279 h 3086438"/>
              <a:gd name="connsiteX4" fmla="*/ 285 w 3542516"/>
              <a:gd name="connsiteY4" fmla="*/ 1063256 h 3086438"/>
              <a:gd name="connsiteX5" fmla="*/ 85345 w 3542516"/>
              <a:gd name="connsiteY5" fmla="*/ 1254642 h 3086438"/>
              <a:gd name="connsiteX6" fmla="*/ 354703 w 3542516"/>
              <a:gd name="connsiteY6" fmla="*/ 1311349 h 3086438"/>
              <a:gd name="connsiteX7" fmla="*/ 567355 w 3542516"/>
              <a:gd name="connsiteY7" fmla="*/ 1240465 h 3086438"/>
              <a:gd name="connsiteX8" fmla="*/ 829624 w 3542516"/>
              <a:gd name="connsiteY8" fmla="*/ 1268819 h 3086438"/>
              <a:gd name="connsiteX9" fmla="*/ 978480 w 3542516"/>
              <a:gd name="connsiteY9" fmla="*/ 1438940 h 3086438"/>
              <a:gd name="connsiteX10" fmla="*/ 1006834 w 3542516"/>
              <a:gd name="connsiteY10" fmla="*/ 1722475 h 3086438"/>
              <a:gd name="connsiteX11" fmla="*/ 950127 w 3542516"/>
              <a:gd name="connsiteY11" fmla="*/ 2098158 h 3086438"/>
              <a:gd name="connsiteX12" fmla="*/ 957215 w 3542516"/>
              <a:gd name="connsiteY12" fmla="*/ 2339163 h 3086438"/>
              <a:gd name="connsiteX13" fmla="*/ 1091894 w 3542516"/>
              <a:gd name="connsiteY13" fmla="*/ 2558903 h 3086438"/>
              <a:gd name="connsiteX14" fmla="*/ 1368341 w 3542516"/>
              <a:gd name="connsiteY14" fmla="*/ 2658140 h 3086438"/>
              <a:gd name="connsiteX15" fmla="*/ 1666052 w 3542516"/>
              <a:gd name="connsiteY15" fmla="*/ 2629786 h 3086438"/>
              <a:gd name="connsiteX16" fmla="*/ 1892880 w 3542516"/>
              <a:gd name="connsiteY16" fmla="*/ 2424224 h 3086438"/>
              <a:gd name="connsiteX17" fmla="*/ 2190592 w 3542516"/>
              <a:gd name="connsiteY17" fmla="*/ 2161954 h 3086438"/>
              <a:gd name="connsiteX18" fmla="*/ 2438685 w 3542516"/>
              <a:gd name="connsiteY18" fmla="*/ 1998921 h 3086438"/>
              <a:gd name="connsiteX19" fmla="*/ 2786015 w 3542516"/>
              <a:gd name="connsiteY19" fmla="*/ 2006010 h 3086438"/>
              <a:gd name="connsiteX20" fmla="*/ 2920694 w 3542516"/>
              <a:gd name="connsiteY20" fmla="*/ 2268279 h 3086438"/>
              <a:gd name="connsiteX21" fmla="*/ 2913606 w 3542516"/>
              <a:gd name="connsiteY21" fmla="*/ 2551814 h 3086438"/>
              <a:gd name="connsiteX22" fmla="*/ 2991578 w 3542516"/>
              <a:gd name="connsiteY22" fmla="*/ 2842437 h 3086438"/>
              <a:gd name="connsiteX23" fmla="*/ 3239671 w 3542516"/>
              <a:gd name="connsiteY23" fmla="*/ 3040912 h 3086438"/>
              <a:gd name="connsiteX24" fmla="*/ 3530294 w 3542516"/>
              <a:gd name="connsiteY24" fmla="*/ 3076354 h 3086438"/>
              <a:gd name="connsiteX25" fmla="*/ 3530294 w 3542516"/>
              <a:gd name="connsiteY25" fmla="*/ 3069265 h 3086438"/>
              <a:gd name="connsiteX0" fmla="*/ 3491039 w 3542516"/>
              <a:gd name="connsiteY0" fmla="*/ 15495 h 3066022"/>
              <a:gd name="connsiteX1" fmla="*/ 373508 w 3542516"/>
              <a:gd name="connsiteY1" fmla="*/ 25665 h 3066022"/>
              <a:gd name="connsiteX2" fmla="*/ 326350 w 3542516"/>
              <a:gd name="connsiteY2" fmla="*/ 312738 h 3066022"/>
              <a:gd name="connsiteX3" fmla="*/ 106610 w 3542516"/>
              <a:gd name="connsiteY3" fmla="*/ 723863 h 3066022"/>
              <a:gd name="connsiteX4" fmla="*/ 285 w 3542516"/>
              <a:gd name="connsiteY4" fmla="*/ 1042840 h 3066022"/>
              <a:gd name="connsiteX5" fmla="*/ 85345 w 3542516"/>
              <a:gd name="connsiteY5" fmla="*/ 1234226 h 3066022"/>
              <a:gd name="connsiteX6" fmla="*/ 354703 w 3542516"/>
              <a:gd name="connsiteY6" fmla="*/ 1290933 h 3066022"/>
              <a:gd name="connsiteX7" fmla="*/ 567355 w 3542516"/>
              <a:gd name="connsiteY7" fmla="*/ 1220049 h 3066022"/>
              <a:gd name="connsiteX8" fmla="*/ 829624 w 3542516"/>
              <a:gd name="connsiteY8" fmla="*/ 1248403 h 3066022"/>
              <a:gd name="connsiteX9" fmla="*/ 978480 w 3542516"/>
              <a:gd name="connsiteY9" fmla="*/ 1418524 h 3066022"/>
              <a:gd name="connsiteX10" fmla="*/ 1006834 w 3542516"/>
              <a:gd name="connsiteY10" fmla="*/ 1702059 h 3066022"/>
              <a:gd name="connsiteX11" fmla="*/ 950127 w 3542516"/>
              <a:gd name="connsiteY11" fmla="*/ 2077742 h 3066022"/>
              <a:gd name="connsiteX12" fmla="*/ 957215 w 3542516"/>
              <a:gd name="connsiteY12" fmla="*/ 2318747 h 3066022"/>
              <a:gd name="connsiteX13" fmla="*/ 1091894 w 3542516"/>
              <a:gd name="connsiteY13" fmla="*/ 2538487 h 3066022"/>
              <a:gd name="connsiteX14" fmla="*/ 1368341 w 3542516"/>
              <a:gd name="connsiteY14" fmla="*/ 2637724 h 3066022"/>
              <a:gd name="connsiteX15" fmla="*/ 1666052 w 3542516"/>
              <a:gd name="connsiteY15" fmla="*/ 2609370 h 3066022"/>
              <a:gd name="connsiteX16" fmla="*/ 1892880 w 3542516"/>
              <a:gd name="connsiteY16" fmla="*/ 2403808 h 3066022"/>
              <a:gd name="connsiteX17" fmla="*/ 2190592 w 3542516"/>
              <a:gd name="connsiteY17" fmla="*/ 2141538 h 3066022"/>
              <a:gd name="connsiteX18" fmla="*/ 2438685 w 3542516"/>
              <a:gd name="connsiteY18" fmla="*/ 1978505 h 3066022"/>
              <a:gd name="connsiteX19" fmla="*/ 2786015 w 3542516"/>
              <a:gd name="connsiteY19" fmla="*/ 1985594 h 3066022"/>
              <a:gd name="connsiteX20" fmla="*/ 2920694 w 3542516"/>
              <a:gd name="connsiteY20" fmla="*/ 2247863 h 3066022"/>
              <a:gd name="connsiteX21" fmla="*/ 2913606 w 3542516"/>
              <a:gd name="connsiteY21" fmla="*/ 2531398 h 3066022"/>
              <a:gd name="connsiteX22" fmla="*/ 2991578 w 3542516"/>
              <a:gd name="connsiteY22" fmla="*/ 2822021 h 3066022"/>
              <a:gd name="connsiteX23" fmla="*/ 3239671 w 3542516"/>
              <a:gd name="connsiteY23" fmla="*/ 3020496 h 3066022"/>
              <a:gd name="connsiteX24" fmla="*/ 3530294 w 3542516"/>
              <a:gd name="connsiteY24" fmla="*/ 3055938 h 3066022"/>
              <a:gd name="connsiteX25" fmla="*/ 3530294 w 3542516"/>
              <a:gd name="connsiteY25" fmla="*/ 3048849 h 3066022"/>
              <a:gd name="connsiteX0" fmla="*/ 3491039 w 3542516"/>
              <a:gd name="connsiteY0" fmla="*/ 15495 h 3066022"/>
              <a:gd name="connsiteX1" fmla="*/ 373508 w 3542516"/>
              <a:gd name="connsiteY1" fmla="*/ 25665 h 3066022"/>
              <a:gd name="connsiteX2" fmla="*/ 326350 w 3542516"/>
              <a:gd name="connsiteY2" fmla="*/ 312738 h 3066022"/>
              <a:gd name="connsiteX3" fmla="*/ 106610 w 3542516"/>
              <a:gd name="connsiteY3" fmla="*/ 723863 h 3066022"/>
              <a:gd name="connsiteX4" fmla="*/ 285 w 3542516"/>
              <a:gd name="connsiteY4" fmla="*/ 1042840 h 3066022"/>
              <a:gd name="connsiteX5" fmla="*/ 85345 w 3542516"/>
              <a:gd name="connsiteY5" fmla="*/ 1234226 h 3066022"/>
              <a:gd name="connsiteX6" fmla="*/ 354703 w 3542516"/>
              <a:gd name="connsiteY6" fmla="*/ 1290933 h 3066022"/>
              <a:gd name="connsiteX7" fmla="*/ 567355 w 3542516"/>
              <a:gd name="connsiteY7" fmla="*/ 1220049 h 3066022"/>
              <a:gd name="connsiteX8" fmla="*/ 829624 w 3542516"/>
              <a:gd name="connsiteY8" fmla="*/ 1248403 h 3066022"/>
              <a:gd name="connsiteX9" fmla="*/ 978480 w 3542516"/>
              <a:gd name="connsiteY9" fmla="*/ 1418524 h 3066022"/>
              <a:gd name="connsiteX10" fmla="*/ 1006834 w 3542516"/>
              <a:gd name="connsiteY10" fmla="*/ 1702059 h 3066022"/>
              <a:gd name="connsiteX11" fmla="*/ 950127 w 3542516"/>
              <a:gd name="connsiteY11" fmla="*/ 2077742 h 3066022"/>
              <a:gd name="connsiteX12" fmla="*/ 957215 w 3542516"/>
              <a:gd name="connsiteY12" fmla="*/ 2318747 h 3066022"/>
              <a:gd name="connsiteX13" fmla="*/ 1091894 w 3542516"/>
              <a:gd name="connsiteY13" fmla="*/ 2538487 h 3066022"/>
              <a:gd name="connsiteX14" fmla="*/ 1368341 w 3542516"/>
              <a:gd name="connsiteY14" fmla="*/ 2637724 h 3066022"/>
              <a:gd name="connsiteX15" fmla="*/ 1666052 w 3542516"/>
              <a:gd name="connsiteY15" fmla="*/ 2609370 h 3066022"/>
              <a:gd name="connsiteX16" fmla="*/ 1892880 w 3542516"/>
              <a:gd name="connsiteY16" fmla="*/ 2403808 h 3066022"/>
              <a:gd name="connsiteX17" fmla="*/ 2190592 w 3542516"/>
              <a:gd name="connsiteY17" fmla="*/ 2141538 h 3066022"/>
              <a:gd name="connsiteX18" fmla="*/ 2438685 w 3542516"/>
              <a:gd name="connsiteY18" fmla="*/ 1978505 h 3066022"/>
              <a:gd name="connsiteX19" fmla="*/ 2786015 w 3542516"/>
              <a:gd name="connsiteY19" fmla="*/ 1985594 h 3066022"/>
              <a:gd name="connsiteX20" fmla="*/ 2920694 w 3542516"/>
              <a:gd name="connsiteY20" fmla="*/ 2247863 h 3066022"/>
              <a:gd name="connsiteX21" fmla="*/ 2913606 w 3542516"/>
              <a:gd name="connsiteY21" fmla="*/ 2531398 h 3066022"/>
              <a:gd name="connsiteX22" fmla="*/ 2991578 w 3542516"/>
              <a:gd name="connsiteY22" fmla="*/ 2822021 h 3066022"/>
              <a:gd name="connsiteX23" fmla="*/ 3239671 w 3542516"/>
              <a:gd name="connsiteY23" fmla="*/ 3020496 h 3066022"/>
              <a:gd name="connsiteX24" fmla="*/ 3530294 w 3542516"/>
              <a:gd name="connsiteY24" fmla="*/ 3055938 h 3066022"/>
              <a:gd name="connsiteX25" fmla="*/ 3530294 w 3542516"/>
              <a:gd name="connsiteY25" fmla="*/ 3048849 h 3066022"/>
              <a:gd name="connsiteX26" fmla="*/ 3491039 w 3542516"/>
              <a:gd name="connsiteY26" fmla="*/ 15495 h 3066022"/>
              <a:gd name="connsiteX0" fmla="*/ 3491039 w 3542516"/>
              <a:gd name="connsiteY0" fmla="*/ 15495 h 3066022"/>
              <a:gd name="connsiteX1" fmla="*/ 373508 w 3542516"/>
              <a:gd name="connsiteY1" fmla="*/ 25665 h 3066022"/>
              <a:gd name="connsiteX2" fmla="*/ 326350 w 3542516"/>
              <a:gd name="connsiteY2" fmla="*/ 312738 h 3066022"/>
              <a:gd name="connsiteX3" fmla="*/ 106610 w 3542516"/>
              <a:gd name="connsiteY3" fmla="*/ 723863 h 3066022"/>
              <a:gd name="connsiteX4" fmla="*/ 285 w 3542516"/>
              <a:gd name="connsiteY4" fmla="*/ 1042840 h 3066022"/>
              <a:gd name="connsiteX5" fmla="*/ 85345 w 3542516"/>
              <a:gd name="connsiteY5" fmla="*/ 1234226 h 3066022"/>
              <a:gd name="connsiteX6" fmla="*/ 354703 w 3542516"/>
              <a:gd name="connsiteY6" fmla="*/ 1290933 h 3066022"/>
              <a:gd name="connsiteX7" fmla="*/ 567355 w 3542516"/>
              <a:gd name="connsiteY7" fmla="*/ 1220049 h 3066022"/>
              <a:gd name="connsiteX8" fmla="*/ 829624 w 3542516"/>
              <a:gd name="connsiteY8" fmla="*/ 1248403 h 3066022"/>
              <a:gd name="connsiteX9" fmla="*/ 978480 w 3542516"/>
              <a:gd name="connsiteY9" fmla="*/ 1418524 h 3066022"/>
              <a:gd name="connsiteX10" fmla="*/ 1006834 w 3542516"/>
              <a:gd name="connsiteY10" fmla="*/ 1702059 h 3066022"/>
              <a:gd name="connsiteX11" fmla="*/ 950127 w 3542516"/>
              <a:gd name="connsiteY11" fmla="*/ 2077742 h 3066022"/>
              <a:gd name="connsiteX12" fmla="*/ 957215 w 3542516"/>
              <a:gd name="connsiteY12" fmla="*/ 2318747 h 3066022"/>
              <a:gd name="connsiteX13" fmla="*/ 1091894 w 3542516"/>
              <a:gd name="connsiteY13" fmla="*/ 2538487 h 3066022"/>
              <a:gd name="connsiteX14" fmla="*/ 1368341 w 3542516"/>
              <a:gd name="connsiteY14" fmla="*/ 2637724 h 3066022"/>
              <a:gd name="connsiteX15" fmla="*/ 1666052 w 3542516"/>
              <a:gd name="connsiteY15" fmla="*/ 2609370 h 3066022"/>
              <a:gd name="connsiteX16" fmla="*/ 1892880 w 3542516"/>
              <a:gd name="connsiteY16" fmla="*/ 2403808 h 3066022"/>
              <a:gd name="connsiteX17" fmla="*/ 2190592 w 3542516"/>
              <a:gd name="connsiteY17" fmla="*/ 2141538 h 3066022"/>
              <a:gd name="connsiteX18" fmla="*/ 2438685 w 3542516"/>
              <a:gd name="connsiteY18" fmla="*/ 1978505 h 3066022"/>
              <a:gd name="connsiteX19" fmla="*/ 2786015 w 3542516"/>
              <a:gd name="connsiteY19" fmla="*/ 1985594 h 3066022"/>
              <a:gd name="connsiteX20" fmla="*/ 2920694 w 3542516"/>
              <a:gd name="connsiteY20" fmla="*/ 2247863 h 3066022"/>
              <a:gd name="connsiteX21" fmla="*/ 2913606 w 3542516"/>
              <a:gd name="connsiteY21" fmla="*/ 2531398 h 3066022"/>
              <a:gd name="connsiteX22" fmla="*/ 2991578 w 3542516"/>
              <a:gd name="connsiteY22" fmla="*/ 2822021 h 3066022"/>
              <a:gd name="connsiteX23" fmla="*/ 3239671 w 3542516"/>
              <a:gd name="connsiteY23" fmla="*/ 3020496 h 3066022"/>
              <a:gd name="connsiteX24" fmla="*/ 3530294 w 3542516"/>
              <a:gd name="connsiteY24" fmla="*/ 3055938 h 3066022"/>
              <a:gd name="connsiteX25" fmla="*/ 3530294 w 3542516"/>
              <a:gd name="connsiteY25" fmla="*/ 3048849 h 3066022"/>
              <a:gd name="connsiteX26" fmla="*/ 3491039 w 3542516"/>
              <a:gd name="connsiteY26" fmla="*/ 15495 h 3066022"/>
              <a:gd name="connsiteX0" fmla="*/ 3491039 w 3542516"/>
              <a:gd name="connsiteY0" fmla="*/ 15495 h 3066022"/>
              <a:gd name="connsiteX1" fmla="*/ 373508 w 3542516"/>
              <a:gd name="connsiteY1" fmla="*/ 25665 h 3066022"/>
              <a:gd name="connsiteX2" fmla="*/ 326350 w 3542516"/>
              <a:gd name="connsiteY2" fmla="*/ 312738 h 3066022"/>
              <a:gd name="connsiteX3" fmla="*/ 106610 w 3542516"/>
              <a:gd name="connsiteY3" fmla="*/ 723863 h 3066022"/>
              <a:gd name="connsiteX4" fmla="*/ 285 w 3542516"/>
              <a:gd name="connsiteY4" fmla="*/ 1042840 h 3066022"/>
              <a:gd name="connsiteX5" fmla="*/ 85345 w 3542516"/>
              <a:gd name="connsiteY5" fmla="*/ 1234226 h 3066022"/>
              <a:gd name="connsiteX6" fmla="*/ 354703 w 3542516"/>
              <a:gd name="connsiteY6" fmla="*/ 1290933 h 3066022"/>
              <a:gd name="connsiteX7" fmla="*/ 567355 w 3542516"/>
              <a:gd name="connsiteY7" fmla="*/ 1220049 h 3066022"/>
              <a:gd name="connsiteX8" fmla="*/ 829624 w 3542516"/>
              <a:gd name="connsiteY8" fmla="*/ 1248403 h 3066022"/>
              <a:gd name="connsiteX9" fmla="*/ 978480 w 3542516"/>
              <a:gd name="connsiteY9" fmla="*/ 1418524 h 3066022"/>
              <a:gd name="connsiteX10" fmla="*/ 1006834 w 3542516"/>
              <a:gd name="connsiteY10" fmla="*/ 1702059 h 3066022"/>
              <a:gd name="connsiteX11" fmla="*/ 950127 w 3542516"/>
              <a:gd name="connsiteY11" fmla="*/ 2077742 h 3066022"/>
              <a:gd name="connsiteX12" fmla="*/ 957215 w 3542516"/>
              <a:gd name="connsiteY12" fmla="*/ 2318747 h 3066022"/>
              <a:gd name="connsiteX13" fmla="*/ 1105868 w 3542516"/>
              <a:gd name="connsiteY13" fmla="*/ 2525021 h 3066022"/>
              <a:gd name="connsiteX14" fmla="*/ 1368341 w 3542516"/>
              <a:gd name="connsiteY14" fmla="*/ 2637724 h 3066022"/>
              <a:gd name="connsiteX15" fmla="*/ 1666052 w 3542516"/>
              <a:gd name="connsiteY15" fmla="*/ 2609370 h 3066022"/>
              <a:gd name="connsiteX16" fmla="*/ 1892880 w 3542516"/>
              <a:gd name="connsiteY16" fmla="*/ 2403808 h 3066022"/>
              <a:gd name="connsiteX17" fmla="*/ 2190592 w 3542516"/>
              <a:gd name="connsiteY17" fmla="*/ 2141538 h 3066022"/>
              <a:gd name="connsiteX18" fmla="*/ 2438685 w 3542516"/>
              <a:gd name="connsiteY18" fmla="*/ 1978505 h 3066022"/>
              <a:gd name="connsiteX19" fmla="*/ 2786015 w 3542516"/>
              <a:gd name="connsiteY19" fmla="*/ 1985594 h 3066022"/>
              <a:gd name="connsiteX20" fmla="*/ 2920694 w 3542516"/>
              <a:gd name="connsiteY20" fmla="*/ 2247863 h 3066022"/>
              <a:gd name="connsiteX21" fmla="*/ 2913606 w 3542516"/>
              <a:gd name="connsiteY21" fmla="*/ 2531398 h 3066022"/>
              <a:gd name="connsiteX22" fmla="*/ 2991578 w 3542516"/>
              <a:gd name="connsiteY22" fmla="*/ 2822021 h 3066022"/>
              <a:gd name="connsiteX23" fmla="*/ 3239671 w 3542516"/>
              <a:gd name="connsiteY23" fmla="*/ 3020496 h 3066022"/>
              <a:gd name="connsiteX24" fmla="*/ 3530294 w 3542516"/>
              <a:gd name="connsiteY24" fmla="*/ 3055938 h 3066022"/>
              <a:gd name="connsiteX25" fmla="*/ 3530294 w 3542516"/>
              <a:gd name="connsiteY25" fmla="*/ 3048849 h 3066022"/>
              <a:gd name="connsiteX26" fmla="*/ 3491039 w 3542516"/>
              <a:gd name="connsiteY26" fmla="*/ 15495 h 3066022"/>
              <a:gd name="connsiteX0" fmla="*/ 3491039 w 3542516"/>
              <a:gd name="connsiteY0" fmla="*/ 15495 h 3066022"/>
              <a:gd name="connsiteX1" fmla="*/ 373508 w 3542516"/>
              <a:gd name="connsiteY1" fmla="*/ 25665 h 3066022"/>
              <a:gd name="connsiteX2" fmla="*/ 326350 w 3542516"/>
              <a:gd name="connsiteY2" fmla="*/ 312738 h 3066022"/>
              <a:gd name="connsiteX3" fmla="*/ 106610 w 3542516"/>
              <a:gd name="connsiteY3" fmla="*/ 723863 h 3066022"/>
              <a:gd name="connsiteX4" fmla="*/ 285 w 3542516"/>
              <a:gd name="connsiteY4" fmla="*/ 1042840 h 3066022"/>
              <a:gd name="connsiteX5" fmla="*/ 85345 w 3542516"/>
              <a:gd name="connsiteY5" fmla="*/ 1234226 h 3066022"/>
              <a:gd name="connsiteX6" fmla="*/ 354703 w 3542516"/>
              <a:gd name="connsiteY6" fmla="*/ 1290933 h 3066022"/>
              <a:gd name="connsiteX7" fmla="*/ 567355 w 3542516"/>
              <a:gd name="connsiteY7" fmla="*/ 1220049 h 3066022"/>
              <a:gd name="connsiteX8" fmla="*/ 829624 w 3542516"/>
              <a:gd name="connsiteY8" fmla="*/ 1248403 h 3066022"/>
              <a:gd name="connsiteX9" fmla="*/ 978480 w 3542516"/>
              <a:gd name="connsiteY9" fmla="*/ 1418524 h 3066022"/>
              <a:gd name="connsiteX10" fmla="*/ 1006834 w 3542516"/>
              <a:gd name="connsiteY10" fmla="*/ 1702059 h 3066022"/>
              <a:gd name="connsiteX11" fmla="*/ 950127 w 3542516"/>
              <a:gd name="connsiteY11" fmla="*/ 2077742 h 3066022"/>
              <a:gd name="connsiteX12" fmla="*/ 957215 w 3542516"/>
              <a:gd name="connsiteY12" fmla="*/ 2318747 h 3066022"/>
              <a:gd name="connsiteX13" fmla="*/ 1105868 w 3542516"/>
              <a:gd name="connsiteY13" fmla="*/ 2525021 h 3066022"/>
              <a:gd name="connsiteX14" fmla="*/ 1368341 w 3542516"/>
              <a:gd name="connsiteY14" fmla="*/ 2637724 h 3066022"/>
              <a:gd name="connsiteX15" fmla="*/ 1666052 w 3542516"/>
              <a:gd name="connsiteY15" fmla="*/ 2609370 h 3066022"/>
              <a:gd name="connsiteX16" fmla="*/ 1892880 w 3542516"/>
              <a:gd name="connsiteY16" fmla="*/ 2403808 h 3066022"/>
              <a:gd name="connsiteX17" fmla="*/ 2190592 w 3542516"/>
              <a:gd name="connsiteY17" fmla="*/ 2141538 h 3066022"/>
              <a:gd name="connsiteX18" fmla="*/ 2438685 w 3542516"/>
              <a:gd name="connsiteY18" fmla="*/ 1978505 h 3066022"/>
              <a:gd name="connsiteX19" fmla="*/ 2786015 w 3542516"/>
              <a:gd name="connsiteY19" fmla="*/ 1985594 h 3066022"/>
              <a:gd name="connsiteX20" fmla="*/ 2920694 w 3542516"/>
              <a:gd name="connsiteY20" fmla="*/ 2247863 h 3066022"/>
              <a:gd name="connsiteX21" fmla="*/ 2913606 w 3542516"/>
              <a:gd name="connsiteY21" fmla="*/ 2531398 h 3066022"/>
              <a:gd name="connsiteX22" fmla="*/ 2991578 w 3542516"/>
              <a:gd name="connsiteY22" fmla="*/ 2822021 h 3066022"/>
              <a:gd name="connsiteX23" fmla="*/ 3239671 w 3542516"/>
              <a:gd name="connsiteY23" fmla="*/ 3020496 h 3066022"/>
              <a:gd name="connsiteX24" fmla="*/ 3530294 w 3542516"/>
              <a:gd name="connsiteY24" fmla="*/ 3055938 h 3066022"/>
              <a:gd name="connsiteX25" fmla="*/ 3530294 w 3542516"/>
              <a:gd name="connsiteY25" fmla="*/ 3048849 h 3066022"/>
              <a:gd name="connsiteX26" fmla="*/ 3491039 w 3542516"/>
              <a:gd name="connsiteY26" fmla="*/ 15495 h 3066022"/>
              <a:gd name="connsiteX0" fmla="*/ 3491028 w 3542505"/>
              <a:gd name="connsiteY0" fmla="*/ 15495 h 3066022"/>
              <a:gd name="connsiteX1" fmla="*/ 373497 w 3542505"/>
              <a:gd name="connsiteY1" fmla="*/ 25665 h 3066022"/>
              <a:gd name="connsiteX2" fmla="*/ 326339 w 3542505"/>
              <a:gd name="connsiteY2" fmla="*/ 312738 h 3066022"/>
              <a:gd name="connsiteX3" fmla="*/ 106599 w 3542505"/>
              <a:gd name="connsiteY3" fmla="*/ 723863 h 3066022"/>
              <a:gd name="connsiteX4" fmla="*/ 274 w 3542505"/>
              <a:gd name="connsiteY4" fmla="*/ 1042840 h 3066022"/>
              <a:gd name="connsiteX5" fmla="*/ 85334 w 3542505"/>
              <a:gd name="connsiteY5" fmla="*/ 1234226 h 3066022"/>
              <a:gd name="connsiteX6" fmla="*/ 345377 w 3542505"/>
              <a:gd name="connsiteY6" fmla="*/ 1299911 h 3066022"/>
              <a:gd name="connsiteX7" fmla="*/ 567344 w 3542505"/>
              <a:gd name="connsiteY7" fmla="*/ 1220049 h 3066022"/>
              <a:gd name="connsiteX8" fmla="*/ 829613 w 3542505"/>
              <a:gd name="connsiteY8" fmla="*/ 1248403 h 3066022"/>
              <a:gd name="connsiteX9" fmla="*/ 978469 w 3542505"/>
              <a:gd name="connsiteY9" fmla="*/ 1418524 h 3066022"/>
              <a:gd name="connsiteX10" fmla="*/ 1006823 w 3542505"/>
              <a:gd name="connsiteY10" fmla="*/ 1702059 h 3066022"/>
              <a:gd name="connsiteX11" fmla="*/ 950116 w 3542505"/>
              <a:gd name="connsiteY11" fmla="*/ 2077742 h 3066022"/>
              <a:gd name="connsiteX12" fmla="*/ 957204 w 3542505"/>
              <a:gd name="connsiteY12" fmla="*/ 2318747 h 3066022"/>
              <a:gd name="connsiteX13" fmla="*/ 1105857 w 3542505"/>
              <a:gd name="connsiteY13" fmla="*/ 2525021 h 3066022"/>
              <a:gd name="connsiteX14" fmla="*/ 1368330 w 3542505"/>
              <a:gd name="connsiteY14" fmla="*/ 2637724 h 3066022"/>
              <a:gd name="connsiteX15" fmla="*/ 1666041 w 3542505"/>
              <a:gd name="connsiteY15" fmla="*/ 2609370 h 3066022"/>
              <a:gd name="connsiteX16" fmla="*/ 1892869 w 3542505"/>
              <a:gd name="connsiteY16" fmla="*/ 2403808 h 3066022"/>
              <a:gd name="connsiteX17" fmla="*/ 2190581 w 3542505"/>
              <a:gd name="connsiteY17" fmla="*/ 2141538 h 3066022"/>
              <a:gd name="connsiteX18" fmla="*/ 2438674 w 3542505"/>
              <a:gd name="connsiteY18" fmla="*/ 1978505 h 3066022"/>
              <a:gd name="connsiteX19" fmla="*/ 2786004 w 3542505"/>
              <a:gd name="connsiteY19" fmla="*/ 1985594 h 3066022"/>
              <a:gd name="connsiteX20" fmla="*/ 2920683 w 3542505"/>
              <a:gd name="connsiteY20" fmla="*/ 2247863 h 3066022"/>
              <a:gd name="connsiteX21" fmla="*/ 2913595 w 3542505"/>
              <a:gd name="connsiteY21" fmla="*/ 2531398 h 3066022"/>
              <a:gd name="connsiteX22" fmla="*/ 2991567 w 3542505"/>
              <a:gd name="connsiteY22" fmla="*/ 2822021 h 3066022"/>
              <a:gd name="connsiteX23" fmla="*/ 3239660 w 3542505"/>
              <a:gd name="connsiteY23" fmla="*/ 3020496 h 3066022"/>
              <a:gd name="connsiteX24" fmla="*/ 3530283 w 3542505"/>
              <a:gd name="connsiteY24" fmla="*/ 3055938 h 3066022"/>
              <a:gd name="connsiteX25" fmla="*/ 3530283 w 3542505"/>
              <a:gd name="connsiteY25" fmla="*/ 3048849 h 3066022"/>
              <a:gd name="connsiteX26" fmla="*/ 3491028 w 3542505"/>
              <a:gd name="connsiteY26" fmla="*/ 15495 h 3066022"/>
              <a:gd name="connsiteX0" fmla="*/ 3490780 w 3542257"/>
              <a:gd name="connsiteY0" fmla="*/ 15495 h 3066022"/>
              <a:gd name="connsiteX1" fmla="*/ 373249 w 3542257"/>
              <a:gd name="connsiteY1" fmla="*/ 25665 h 3066022"/>
              <a:gd name="connsiteX2" fmla="*/ 326091 w 3542257"/>
              <a:gd name="connsiteY2" fmla="*/ 312738 h 3066022"/>
              <a:gd name="connsiteX3" fmla="*/ 106351 w 3542257"/>
              <a:gd name="connsiteY3" fmla="*/ 723863 h 3066022"/>
              <a:gd name="connsiteX4" fmla="*/ 26 w 3542257"/>
              <a:gd name="connsiteY4" fmla="*/ 1042840 h 3066022"/>
              <a:gd name="connsiteX5" fmla="*/ 99060 w 3542257"/>
              <a:gd name="connsiteY5" fmla="*/ 1238715 h 3066022"/>
              <a:gd name="connsiteX6" fmla="*/ 345129 w 3542257"/>
              <a:gd name="connsiteY6" fmla="*/ 1299911 h 3066022"/>
              <a:gd name="connsiteX7" fmla="*/ 567096 w 3542257"/>
              <a:gd name="connsiteY7" fmla="*/ 1220049 h 3066022"/>
              <a:gd name="connsiteX8" fmla="*/ 829365 w 3542257"/>
              <a:gd name="connsiteY8" fmla="*/ 1248403 h 3066022"/>
              <a:gd name="connsiteX9" fmla="*/ 978221 w 3542257"/>
              <a:gd name="connsiteY9" fmla="*/ 1418524 h 3066022"/>
              <a:gd name="connsiteX10" fmla="*/ 1006575 w 3542257"/>
              <a:gd name="connsiteY10" fmla="*/ 1702059 h 3066022"/>
              <a:gd name="connsiteX11" fmla="*/ 949868 w 3542257"/>
              <a:gd name="connsiteY11" fmla="*/ 2077742 h 3066022"/>
              <a:gd name="connsiteX12" fmla="*/ 956956 w 3542257"/>
              <a:gd name="connsiteY12" fmla="*/ 2318747 h 3066022"/>
              <a:gd name="connsiteX13" fmla="*/ 1105609 w 3542257"/>
              <a:gd name="connsiteY13" fmla="*/ 2525021 h 3066022"/>
              <a:gd name="connsiteX14" fmla="*/ 1368082 w 3542257"/>
              <a:gd name="connsiteY14" fmla="*/ 2637724 h 3066022"/>
              <a:gd name="connsiteX15" fmla="*/ 1665793 w 3542257"/>
              <a:gd name="connsiteY15" fmla="*/ 2609370 h 3066022"/>
              <a:gd name="connsiteX16" fmla="*/ 1892621 w 3542257"/>
              <a:gd name="connsiteY16" fmla="*/ 2403808 h 3066022"/>
              <a:gd name="connsiteX17" fmla="*/ 2190333 w 3542257"/>
              <a:gd name="connsiteY17" fmla="*/ 2141538 h 3066022"/>
              <a:gd name="connsiteX18" fmla="*/ 2438426 w 3542257"/>
              <a:gd name="connsiteY18" fmla="*/ 1978505 h 3066022"/>
              <a:gd name="connsiteX19" fmla="*/ 2785756 w 3542257"/>
              <a:gd name="connsiteY19" fmla="*/ 1985594 h 3066022"/>
              <a:gd name="connsiteX20" fmla="*/ 2920435 w 3542257"/>
              <a:gd name="connsiteY20" fmla="*/ 2247863 h 3066022"/>
              <a:gd name="connsiteX21" fmla="*/ 2913347 w 3542257"/>
              <a:gd name="connsiteY21" fmla="*/ 2531398 h 3066022"/>
              <a:gd name="connsiteX22" fmla="*/ 2991319 w 3542257"/>
              <a:gd name="connsiteY22" fmla="*/ 2822021 h 3066022"/>
              <a:gd name="connsiteX23" fmla="*/ 3239412 w 3542257"/>
              <a:gd name="connsiteY23" fmla="*/ 3020496 h 3066022"/>
              <a:gd name="connsiteX24" fmla="*/ 3530035 w 3542257"/>
              <a:gd name="connsiteY24" fmla="*/ 3055938 h 3066022"/>
              <a:gd name="connsiteX25" fmla="*/ 3530035 w 3542257"/>
              <a:gd name="connsiteY25" fmla="*/ 3048849 h 3066022"/>
              <a:gd name="connsiteX26" fmla="*/ 3490780 w 3542257"/>
              <a:gd name="connsiteY26" fmla="*/ 15495 h 3066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542257" h="3066022">
                <a:moveTo>
                  <a:pt x="3490780" y="15495"/>
                </a:moveTo>
                <a:cubicBezTo>
                  <a:pt x="3489189" y="23175"/>
                  <a:pt x="382700" y="-29861"/>
                  <a:pt x="373249" y="25665"/>
                </a:cubicBezTo>
                <a:cubicBezTo>
                  <a:pt x="363798" y="81191"/>
                  <a:pt x="370574" y="196372"/>
                  <a:pt x="326091" y="312738"/>
                </a:cubicBezTo>
                <a:cubicBezTo>
                  <a:pt x="281608" y="429104"/>
                  <a:pt x="160695" y="602179"/>
                  <a:pt x="106351" y="723863"/>
                </a:cubicBezTo>
                <a:cubicBezTo>
                  <a:pt x="52007" y="845547"/>
                  <a:pt x="1241" y="957031"/>
                  <a:pt x="26" y="1042840"/>
                </a:cubicBezTo>
                <a:cubicBezTo>
                  <a:pt x="-1189" y="1128649"/>
                  <a:pt x="41543" y="1195870"/>
                  <a:pt x="99060" y="1238715"/>
                </a:cubicBezTo>
                <a:cubicBezTo>
                  <a:pt x="156577" y="1281560"/>
                  <a:pt x="267123" y="1303022"/>
                  <a:pt x="345129" y="1299911"/>
                </a:cubicBezTo>
                <a:cubicBezTo>
                  <a:pt x="423135" y="1296800"/>
                  <a:pt x="486390" y="1228634"/>
                  <a:pt x="567096" y="1220049"/>
                </a:cubicBezTo>
                <a:cubicBezTo>
                  <a:pt x="647802" y="1211464"/>
                  <a:pt x="760844" y="1215324"/>
                  <a:pt x="829365" y="1248403"/>
                </a:cubicBezTo>
                <a:cubicBezTo>
                  <a:pt x="897886" y="1281482"/>
                  <a:pt x="948686" y="1342915"/>
                  <a:pt x="978221" y="1418524"/>
                </a:cubicBezTo>
                <a:cubicBezTo>
                  <a:pt x="1007756" y="1494133"/>
                  <a:pt x="1011301" y="1592189"/>
                  <a:pt x="1006575" y="1702059"/>
                </a:cubicBezTo>
                <a:cubicBezTo>
                  <a:pt x="1001850" y="1811929"/>
                  <a:pt x="958138" y="1974961"/>
                  <a:pt x="949868" y="2077742"/>
                </a:cubicBezTo>
                <a:cubicBezTo>
                  <a:pt x="941598" y="2180523"/>
                  <a:pt x="930999" y="2244201"/>
                  <a:pt x="956956" y="2318747"/>
                </a:cubicBezTo>
                <a:cubicBezTo>
                  <a:pt x="982913" y="2393294"/>
                  <a:pt x="1037088" y="2471858"/>
                  <a:pt x="1105609" y="2525021"/>
                </a:cubicBezTo>
                <a:cubicBezTo>
                  <a:pt x="1174130" y="2578184"/>
                  <a:pt x="1274718" y="2623666"/>
                  <a:pt x="1368082" y="2637724"/>
                </a:cubicBezTo>
                <a:cubicBezTo>
                  <a:pt x="1461446" y="2651782"/>
                  <a:pt x="1578370" y="2648356"/>
                  <a:pt x="1665793" y="2609370"/>
                </a:cubicBezTo>
                <a:cubicBezTo>
                  <a:pt x="1753216" y="2570384"/>
                  <a:pt x="1805198" y="2481780"/>
                  <a:pt x="1892621" y="2403808"/>
                </a:cubicBezTo>
                <a:cubicBezTo>
                  <a:pt x="1980044" y="2325836"/>
                  <a:pt x="2099366" y="2212422"/>
                  <a:pt x="2190333" y="2141538"/>
                </a:cubicBezTo>
                <a:cubicBezTo>
                  <a:pt x="2281301" y="2070654"/>
                  <a:pt x="2339189" y="2004496"/>
                  <a:pt x="2438426" y="1978505"/>
                </a:cubicBezTo>
                <a:cubicBezTo>
                  <a:pt x="2537663" y="1952514"/>
                  <a:pt x="2705421" y="1940701"/>
                  <a:pt x="2785756" y="1985594"/>
                </a:cubicBezTo>
                <a:cubicBezTo>
                  <a:pt x="2866091" y="2030487"/>
                  <a:pt x="2899170" y="2156896"/>
                  <a:pt x="2920435" y="2247863"/>
                </a:cubicBezTo>
                <a:cubicBezTo>
                  <a:pt x="2941700" y="2338830"/>
                  <a:pt x="2901533" y="2435705"/>
                  <a:pt x="2913347" y="2531398"/>
                </a:cubicBezTo>
                <a:cubicBezTo>
                  <a:pt x="2925161" y="2627091"/>
                  <a:pt x="2936975" y="2740505"/>
                  <a:pt x="2991319" y="2822021"/>
                </a:cubicBezTo>
                <a:cubicBezTo>
                  <a:pt x="3045663" y="2903537"/>
                  <a:pt x="3149626" y="2981510"/>
                  <a:pt x="3239412" y="3020496"/>
                </a:cubicBezTo>
                <a:cubicBezTo>
                  <a:pt x="3329198" y="3059482"/>
                  <a:pt x="3481598" y="3051213"/>
                  <a:pt x="3530035" y="3055938"/>
                </a:cubicBezTo>
                <a:cubicBezTo>
                  <a:pt x="3578472" y="3060663"/>
                  <a:pt x="3462696" y="3079565"/>
                  <a:pt x="3530035" y="3048849"/>
                </a:cubicBezTo>
                <a:lnTo>
                  <a:pt x="3490780" y="15495"/>
                </a:lnTo>
                <a:close/>
              </a:path>
            </a:pathLst>
          </a:custGeom>
          <a:gradFill>
            <a:gsLst>
              <a:gs pos="0">
                <a:srgbClr val="7FE0BA"/>
              </a:gs>
              <a:gs pos="50000">
                <a:srgbClr val="39D0CB"/>
              </a:gs>
              <a:gs pos="99000">
                <a:srgbClr val="00C5D9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5D9EC016-D5C6-D84B-90DE-9CDEC8A781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5806" y="2087828"/>
            <a:ext cx="5686194" cy="379079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24953C6B-94E7-2D48-A8E4-DCAC52E8AEF2}"/>
              </a:ext>
            </a:extLst>
          </p:cNvPr>
          <p:cNvSpPr txBox="1"/>
          <p:nvPr userDrawn="1"/>
        </p:nvSpPr>
        <p:spPr>
          <a:xfrm>
            <a:off x="9161090" y="1013583"/>
            <a:ext cx="128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4800" dirty="0">
                <a:solidFill>
                  <a:schemeClr val="bg1"/>
                </a:solidFill>
              </a:rPr>
              <a:t>QBI</a:t>
            </a:r>
            <a:endParaRPr kumimoji="1" lang="zh-TW" altLang="en-US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656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手繪多邊形 23">
            <a:extLst>
              <a:ext uri="{FF2B5EF4-FFF2-40B4-BE49-F238E27FC236}">
                <a16:creationId xmlns:a16="http://schemas.microsoft.com/office/drawing/2014/main" id="{EB30DFBC-7F31-714B-BD9D-82490D4DCC05}"/>
              </a:ext>
            </a:extLst>
          </p:cNvPr>
          <p:cNvSpPr/>
          <p:nvPr userDrawn="1"/>
        </p:nvSpPr>
        <p:spPr>
          <a:xfrm>
            <a:off x="5260749" y="-29945"/>
            <a:ext cx="7059587" cy="6219403"/>
          </a:xfrm>
          <a:custGeom>
            <a:avLst/>
            <a:gdLst>
              <a:gd name="connsiteX0" fmla="*/ 47897 w 8063489"/>
              <a:gd name="connsiteY0" fmla="*/ 0 h 6769721"/>
              <a:gd name="connsiteX1" fmla="*/ 210025 w 8063489"/>
              <a:gd name="connsiteY1" fmla="*/ 622570 h 6769721"/>
              <a:gd name="connsiteX2" fmla="*/ 2501 w 8063489"/>
              <a:gd name="connsiteY2" fmla="*/ 1757464 h 6769721"/>
              <a:gd name="connsiteX3" fmla="*/ 138689 w 8063489"/>
              <a:gd name="connsiteY3" fmla="*/ 2431915 h 6769721"/>
              <a:gd name="connsiteX4" fmla="*/ 722348 w 8063489"/>
              <a:gd name="connsiteY4" fmla="*/ 2749685 h 6769721"/>
              <a:gd name="connsiteX5" fmla="*/ 1403284 w 8063489"/>
              <a:gd name="connsiteY5" fmla="*/ 2905327 h 6769721"/>
              <a:gd name="connsiteX6" fmla="*/ 1727540 w 8063489"/>
              <a:gd name="connsiteY6" fmla="*/ 3177702 h 6769721"/>
              <a:gd name="connsiteX7" fmla="*/ 1850757 w 8063489"/>
              <a:gd name="connsiteY7" fmla="*/ 3476017 h 6769721"/>
              <a:gd name="connsiteX8" fmla="*/ 1870212 w 8063489"/>
              <a:gd name="connsiteY8" fmla="*/ 4241259 h 6769721"/>
              <a:gd name="connsiteX9" fmla="*/ 2129616 w 8063489"/>
              <a:gd name="connsiteY9" fmla="*/ 4876800 h 6769721"/>
              <a:gd name="connsiteX10" fmla="*/ 2706791 w 8063489"/>
              <a:gd name="connsiteY10" fmla="*/ 5389123 h 6769721"/>
              <a:gd name="connsiteX11" fmla="*/ 3446093 w 8063489"/>
              <a:gd name="connsiteY11" fmla="*/ 5551251 h 6769721"/>
              <a:gd name="connsiteX12" fmla="*/ 4036237 w 8063489"/>
              <a:gd name="connsiteY12" fmla="*/ 5395608 h 6769721"/>
              <a:gd name="connsiteX13" fmla="*/ 4535591 w 8063489"/>
              <a:gd name="connsiteY13" fmla="*/ 4967591 h 6769721"/>
              <a:gd name="connsiteX14" fmla="*/ 4924697 w 8063489"/>
              <a:gd name="connsiteY14" fmla="*/ 4824919 h 6769721"/>
              <a:gd name="connsiteX15" fmla="*/ 5287863 w 8063489"/>
              <a:gd name="connsiteY15" fmla="*/ 5012987 h 6769721"/>
              <a:gd name="connsiteX16" fmla="*/ 5612118 w 8063489"/>
              <a:gd name="connsiteY16" fmla="*/ 5460459 h 6769721"/>
              <a:gd name="connsiteX17" fmla="*/ 6079046 w 8063489"/>
              <a:gd name="connsiteY17" fmla="*/ 6180306 h 6769721"/>
              <a:gd name="connsiteX18" fmla="*/ 6734042 w 8063489"/>
              <a:gd name="connsiteY18" fmla="*/ 6627779 h 6769721"/>
              <a:gd name="connsiteX19" fmla="*/ 7479829 w 8063489"/>
              <a:gd name="connsiteY19" fmla="*/ 6763966 h 6769721"/>
              <a:gd name="connsiteX20" fmla="*/ 8063489 w 8063489"/>
              <a:gd name="connsiteY20" fmla="*/ 6731540 h 6769721"/>
              <a:gd name="connsiteX0" fmla="*/ 47897 w 8225617"/>
              <a:gd name="connsiteY0" fmla="*/ 0 h 6767583"/>
              <a:gd name="connsiteX1" fmla="*/ 210025 w 8225617"/>
              <a:gd name="connsiteY1" fmla="*/ 622570 h 6767583"/>
              <a:gd name="connsiteX2" fmla="*/ 2501 w 8225617"/>
              <a:gd name="connsiteY2" fmla="*/ 1757464 h 6767583"/>
              <a:gd name="connsiteX3" fmla="*/ 138689 w 8225617"/>
              <a:gd name="connsiteY3" fmla="*/ 2431915 h 6767583"/>
              <a:gd name="connsiteX4" fmla="*/ 722348 w 8225617"/>
              <a:gd name="connsiteY4" fmla="*/ 2749685 h 6767583"/>
              <a:gd name="connsiteX5" fmla="*/ 1403284 w 8225617"/>
              <a:gd name="connsiteY5" fmla="*/ 2905327 h 6767583"/>
              <a:gd name="connsiteX6" fmla="*/ 1727540 w 8225617"/>
              <a:gd name="connsiteY6" fmla="*/ 3177702 h 6767583"/>
              <a:gd name="connsiteX7" fmla="*/ 1850757 w 8225617"/>
              <a:gd name="connsiteY7" fmla="*/ 3476017 h 6767583"/>
              <a:gd name="connsiteX8" fmla="*/ 1870212 w 8225617"/>
              <a:gd name="connsiteY8" fmla="*/ 4241259 h 6767583"/>
              <a:gd name="connsiteX9" fmla="*/ 2129616 w 8225617"/>
              <a:gd name="connsiteY9" fmla="*/ 4876800 h 6767583"/>
              <a:gd name="connsiteX10" fmla="*/ 2706791 w 8225617"/>
              <a:gd name="connsiteY10" fmla="*/ 5389123 h 6767583"/>
              <a:gd name="connsiteX11" fmla="*/ 3446093 w 8225617"/>
              <a:gd name="connsiteY11" fmla="*/ 5551251 h 6767583"/>
              <a:gd name="connsiteX12" fmla="*/ 4036237 w 8225617"/>
              <a:gd name="connsiteY12" fmla="*/ 5395608 h 6767583"/>
              <a:gd name="connsiteX13" fmla="*/ 4535591 w 8225617"/>
              <a:gd name="connsiteY13" fmla="*/ 4967591 h 6767583"/>
              <a:gd name="connsiteX14" fmla="*/ 4924697 w 8225617"/>
              <a:gd name="connsiteY14" fmla="*/ 4824919 h 6767583"/>
              <a:gd name="connsiteX15" fmla="*/ 5287863 w 8225617"/>
              <a:gd name="connsiteY15" fmla="*/ 5012987 h 6767583"/>
              <a:gd name="connsiteX16" fmla="*/ 5612118 w 8225617"/>
              <a:gd name="connsiteY16" fmla="*/ 5460459 h 6767583"/>
              <a:gd name="connsiteX17" fmla="*/ 6079046 w 8225617"/>
              <a:gd name="connsiteY17" fmla="*/ 6180306 h 6767583"/>
              <a:gd name="connsiteX18" fmla="*/ 6734042 w 8225617"/>
              <a:gd name="connsiteY18" fmla="*/ 6627779 h 6767583"/>
              <a:gd name="connsiteX19" fmla="*/ 7479829 w 8225617"/>
              <a:gd name="connsiteY19" fmla="*/ 6763966 h 6767583"/>
              <a:gd name="connsiteX20" fmla="*/ 8225617 w 8225617"/>
              <a:gd name="connsiteY20" fmla="*/ 6718570 h 6767583"/>
              <a:gd name="connsiteX0" fmla="*/ 47897 w 8225617"/>
              <a:gd name="connsiteY0" fmla="*/ 0 h 6767583"/>
              <a:gd name="connsiteX1" fmla="*/ 210025 w 8225617"/>
              <a:gd name="connsiteY1" fmla="*/ 622570 h 6767583"/>
              <a:gd name="connsiteX2" fmla="*/ 2501 w 8225617"/>
              <a:gd name="connsiteY2" fmla="*/ 1757464 h 6767583"/>
              <a:gd name="connsiteX3" fmla="*/ 138689 w 8225617"/>
              <a:gd name="connsiteY3" fmla="*/ 2431915 h 6767583"/>
              <a:gd name="connsiteX4" fmla="*/ 722348 w 8225617"/>
              <a:gd name="connsiteY4" fmla="*/ 2749685 h 6767583"/>
              <a:gd name="connsiteX5" fmla="*/ 1403284 w 8225617"/>
              <a:gd name="connsiteY5" fmla="*/ 2905327 h 6767583"/>
              <a:gd name="connsiteX6" fmla="*/ 1727540 w 8225617"/>
              <a:gd name="connsiteY6" fmla="*/ 3177702 h 6767583"/>
              <a:gd name="connsiteX7" fmla="*/ 1850757 w 8225617"/>
              <a:gd name="connsiteY7" fmla="*/ 3476017 h 6767583"/>
              <a:gd name="connsiteX8" fmla="*/ 1870212 w 8225617"/>
              <a:gd name="connsiteY8" fmla="*/ 4241259 h 6767583"/>
              <a:gd name="connsiteX9" fmla="*/ 2129616 w 8225617"/>
              <a:gd name="connsiteY9" fmla="*/ 4876800 h 6767583"/>
              <a:gd name="connsiteX10" fmla="*/ 2706791 w 8225617"/>
              <a:gd name="connsiteY10" fmla="*/ 5389123 h 6767583"/>
              <a:gd name="connsiteX11" fmla="*/ 3446093 w 8225617"/>
              <a:gd name="connsiteY11" fmla="*/ 5551251 h 6767583"/>
              <a:gd name="connsiteX12" fmla="*/ 4036237 w 8225617"/>
              <a:gd name="connsiteY12" fmla="*/ 5395608 h 6767583"/>
              <a:gd name="connsiteX13" fmla="*/ 4535591 w 8225617"/>
              <a:gd name="connsiteY13" fmla="*/ 4967591 h 6767583"/>
              <a:gd name="connsiteX14" fmla="*/ 4924697 w 8225617"/>
              <a:gd name="connsiteY14" fmla="*/ 4824919 h 6767583"/>
              <a:gd name="connsiteX15" fmla="*/ 5313804 w 8225617"/>
              <a:gd name="connsiteY15" fmla="*/ 4948136 h 6767583"/>
              <a:gd name="connsiteX16" fmla="*/ 5612118 w 8225617"/>
              <a:gd name="connsiteY16" fmla="*/ 5460459 h 6767583"/>
              <a:gd name="connsiteX17" fmla="*/ 6079046 w 8225617"/>
              <a:gd name="connsiteY17" fmla="*/ 6180306 h 6767583"/>
              <a:gd name="connsiteX18" fmla="*/ 6734042 w 8225617"/>
              <a:gd name="connsiteY18" fmla="*/ 6627779 h 6767583"/>
              <a:gd name="connsiteX19" fmla="*/ 7479829 w 8225617"/>
              <a:gd name="connsiteY19" fmla="*/ 6763966 h 6767583"/>
              <a:gd name="connsiteX20" fmla="*/ 8225617 w 8225617"/>
              <a:gd name="connsiteY20" fmla="*/ 6718570 h 6767583"/>
              <a:gd name="connsiteX0" fmla="*/ 47897 w 8225617"/>
              <a:gd name="connsiteY0" fmla="*/ 0 h 6767583"/>
              <a:gd name="connsiteX1" fmla="*/ 210025 w 8225617"/>
              <a:gd name="connsiteY1" fmla="*/ 622570 h 6767583"/>
              <a:gd name="connsiteX2" fmla="*/ 2501 w 8225617"/>
              <a:gd name="connsiteY2" fmla="*/ 1757464 h 6767583"/>
              <a:gd name="connsiteX3" fmla="*/ 138689 w 8225617"/>
              <a:gd name="connsiteY3" fmla="*/ 2431915 h 6767583"/>
              <a:gd name="connsiteX4" fmla="*/ 722348 w 8225617"/>
              <a:gd name="connsiteY4" fmla="*/ 2749685 h 6767583"/>
              <a:gd name="connsiteX5" fmla="*/ 1403284 w 8225617"/>
              <a:gd name="connsiteY5" fmla="*/ 2905327 h 6767583"/>
              <a:gd name="connsiteX6" fmla="*/ 1727540 w 8225617"/>
              <a:gd name="connsiteY6" fmla="*/ 3177702 h 6767583"/>
              <a:gd name="connsiteX7" fmla="*/ 1850757 w 8225617"/>
              <a:gd name="connsiteY7" fmla="*/ 3476017 h 6767583"/>
              <a:gd name="connsiteX8" fmla="*/ 1870212 w 8225617"/>
              <a:gd name="connsiteY8" fmla="*/ 4241259 h 6767583"/>
              <a:gd name="connsiteX9" fmla="*/ 2129616 w 8225617"/>
              <a:gd name="connsiteY9" fmla="*/ 4876800 h 6767583"/>
              <a:gd name="connsiteX10" fmla="*/ 2706791 w 8225617"/>
              <a:gd name="connsiteY10" fmla="*/ 5389123 h 6767583"/>
              <a:gd name="connsiteX11" fmla="*/ 3446093 w 8225617"/>
              <a:gd name="connsiteY11" fmla="*/ 5551251 h 6767583"/>
              <a:gd name="connsiteX12" fmla="*/ 4036237 w 8225617"/>
              <a:gd name="connsiteY12" fmla="*/ 5395608 h 6767583"/>
              <a:gd name="connsiteX13" fmla="*/ 4535591 w 8225617"/>
              <a:gd name="connsiteY13" fmla="*/ 4967591 h 6767583"/>
              <a:gd name="connsiteX14" fmla="*/ 4924697 w 8225617"/>
              <a:gd name="connsiteY14" fmla="*/ 4824919 h 6767583"/>
              <a:gd name="connsiteX15" fmla="*/ 5313804 w 8225617"/>
              <a:gd name="connsiteY15" fmla="*/ 4948136 h 6767583"/>
              <a:gd name="connsiteX16" fmla="*/ 5663998 w 8225617"/>
              <a:gd name="connsiteY16" fmla="*/ 5389123 h 6767583"/>
              <a:gd name="connsiteX17" fmla="*/ 6079046 w 8225617"/>
              <a:gd name="connsiteY17" fmla="*/ 6180306 h 6767583"/>
              <a:gd name="connsiteX18" fmla="*/ 6734042 w 8225617"/>
              <a:gd name="connsiteY18" fmla="*/ 6627779 h 6767583"/>
              <a:gd name="connsiteX19" fmla="*/ 7479829 w 8225617"/>
              <a:gd name="connsiteY19" fmla="*/ 6763966 h 6767583"/>
              <a:gd name="connsiteX20" fmla="*/ 8225617 w 8225617"/>
              <a:gd name="connsiteY20" fmla="*/ 6718570 h 6767583"/>
              <a:gd name="connsiteX0" fmla="*/ 47897 w 8225617"/>
              <a:gd name="connsiteY0" fmla="*/ 0 h 6767583"/>
              <a:gd name="connsiteX1" fmla="*/ 210025 w 8225617"/>
              <a:gd name="connsiteY1" fmla="*/ 622570 h 6767583"/>
              <a:gd name="connsiteX2" fmla="*/ 2501 w 8225617"/>
              <a:gd name="connsiteY2" fmla="*/ 1757464 h 6767583"/>
              <a:gd name="connsiteX3" fmla="*/ 138689 w 8225617"/>
              <a:gd name="connsiteY3" fmla="*/ 2431915 h 6767583"/>
              <a:gd name="connsiteX4" fmla="*/ 722348 w 8225617"/>
              <a:gd name="connsiteY4" fmla="*/ 2749685 h 6767583"/>
              <a:gd name="connsiteX5" fmla="*/ 1403284 w 8225617"/>
              <a:gd name="connsiteY5" fmla="*/ 2905327 h 6767583"/>
              <a:gd name="connsiteX6" fmla="*/ 1727540 w 8225617"/>
              <a:gd name="connsiteY6" fmla="*/ 3177702 h 6767583"/>
              <a:gd name="connsiteX7" fmla="*/ 1850757 w 8225617"/>
              <a:gd name="connsiteY7" fmla="*/ 3476017 h 6767583"/>
              <a:gd name="connsiteX8" fmla="*/ 1870212 w 8225617"/>
              <a:gd name="connsiteY8" fmla="*/ 4241259 h 6767583"/>
              <a:gd name="connsiteX9" fmla="*/ 2129616 w 8225617"/>
              <a:gd name="connsiteY9" fmla="*/ 4876800 h 6767583"/>
              <a:gd name="connsiteX10" fmla="*/ 2706791 w 8225617"/>
              <a:gd name="connsiteY10" fmla="*/ 5389123 h 6767583"/>
              <a:gd name="connsiteX11" fmla="*/ 3446093 w 8225617"/>
              <a:gd name="connsiteY11" fmla="*/ 5551251 h 6767583"/>
              <a:gd name="connsiteX12" fmla="*/ 4036237 w 8225617"/>
              <a:gd name="connsiteY12" fmla="*/ 5395608 h 6767583"/>
              <a:gd name="connsiteX13" fmla="*/ 4535591 w 8225617"/>
              <a:gd name="connsiteY13" fmla="*/ 4967591 h 6767583"/>
              <a:gd name="connsiteX14" fmla="*/ 4924697 w 8225617"/>
              <a:gd name="connsiteY14" fmla="*/ 4824919 h 6767583"/>
              <a:gd name="connsiteX15" fmla="*/ 5313804 w 8225617"/>
              <a:gd name="connsiteY15" fmla="*/ 4948136 h 6767583"/>
              <a:gd name="connsiteX16" fmla="*/ 5663998 w 8225617"/>
              <a:gd name="connsiteY16" fmla="*/ 5389123 h 6767583"/>
              <a:gd name="connsiteX17" fmla="*/ 6079046 w 8225617"/>
              <a:gd name="connsiteY17" fmla="*/ 6180306 h 6767583"/>
              <a:gd name="connsiteX18" fmla="*/ 6734042 w 8225617"/>
              <a:gd name="connsiteY18" fmla="*/ 6627779 h 6767583"/>
              <a:gd name="connsiteX19" fmla="*/ 7479829 w 8225617"/>
              <a:gd name="connsiteY19" fmla="*/ 6763966 h 6767583"/>
              <a:gd name="connsiteX20" fmla="*/ 8225617 w 8225617"/>
              <a:gd name="connsiteY20" fmla="*/ 6718570 h 6767583"/>
              <a:gd name="connsiteX21" fmla="*/ 47897 w 8225617"/>
              <a:gd name="connsiteY21" fmla="*/ 0 h 6767583"/>
              <a:gd name="connsiteX0" fmla="*/ 47897 w 8383630"/>
              <a:gd name="connsiteY0" fmla="*/ 0 h 6983912"/>
              <a:gd name="connsiteX1" fmla="*/ 210025 w 8383630"/>
              <a:gd name="connsiteY1" fmla="*/ 622570 h 6983912"/>
              <a:gd name="connsiteX2" fmla="*/ 2501 w 8383630"/>
              <a:gd name="connsiteY2" fmla="*/ 1757464 h 6983912"/>
              <a:gd name="connsiteX3" fmla="*/ 138689 w 8383630"/>
              <a:gd name="connsiteY3" fmla="*/ 2431915 h 6983912"/>
              <a:gd name="connsiteX4" fmla="*/ 722348 w 8383630"/>
              <a:gd name="connsiteY4" fmla="*/ 2749685 h 6983912"/>
              <a:gd name="connsiteX5" fmla="*/ 1403284 w 8383630"/>
              <a:gd name="connsiteY5" fmla="*/ 2905327 h 6983912"/>
              <a:gd name="connsiteX6" fmla="*/ 1727540 w 8383630"/>
              <a:gd name="connsiteY6" fmla="*/ 3177702 h 6983912"/>
              <a:gd name="connsiteX7" fmla="*/ 1850757 w 8383630"/>
              <a:gd name="connsiteY7" fmla="*/ 3476017 h 6983912"/>
              <a:gd name="connsiteX8" fmla="*/ 1870212 w 8383630"/>
              <a:gd name="connsiteY8" fmla="*/ 4241259 h 6983912"/>
              <a:gd name="connsiteX9" fmla="*/ 2129616 w 8383630"/>
              <a:gd name="connsiteY9" fmla="*/ 4876800 h 6983912"/>
              <a:gd name="connsiteX10" fmla="*/ 2706791 w 8383630"/>
              <a:gd name="connsiteY10" fmla="*/ 5389123 h 6983912"/>
              <a:gd name="connsiteX11" fmla="*/ 3446093 w 8383630"/>
              <a:gd name="connsiteY11" fmla="*/ 5551251 h 6983912"/>
              <a:gd name="connsiteX12" fmla="*/ 4036237 w 8383630"/>
              <a:gd name="connsiteY12" fmla="*/ 5395608 h 6983912"/>
              <a:gd name="connsiteX13" fmla="*/ 4535591 w 8383630"/>
              <a:gd name="connsiteY13" fmla="*/ 4967591 h 6983912"/>
              <a:gd name="connsiteX14" fmla="*/ 4924697 w 8383630"/>
              <a:gd name="connsiteY14" fmla="*/ 4824919 h 6983912"/>
              <a:gd name="connsiteX15" fmla="*/ 5313804 w 8383630"/>
              <a:gd name="connsiteY15" fmla="*/ 4948136 h 6983912"/>
              <a:gd name="connsiteX16" fmla="*/ 5663998 w 8383630"/>
              <a:gd name="connsiteY16" fmla="*/ 5389123 h 6983912"/>
              <a:gd name="connsiteX17" fmla="*/ 6079046 w 8383630"/>
              <a:gd name="connsiteY17" fmla="*/ 6180306 h 6983912"/>
              <a:gd name="connsiteX18" fmla="*/ 6734042 w 8383630"/>
              <a:gd name="connsiteY18" fmla="*/ 6627779 h 6983912"/>
              <a:gd name="connsiteX19" fmla="*/ 7479829 w 8383630"/>
              <a:gd name="connsiteY19" fmla="*/ 6763966 h 6983912"/>
              <a:gd name="connsiteX20" fmla="*/ 8225617 w 8383630"/>
              <a:gd name="connsiteY20" fmla="*/ 6718570 h 6983912"/>
              <a:gd name="connsiteX21" fmla="*/ 4172425 w 8383630"/>
              <a:gd name="connsiteY21" fmla="*/ 3398196 h 6983912"/>
              <a:gd name="connsiteX22" fmla="*/ 47897 w 8383630"/>
              <a:gd name="connsiteY22" fmla="*/ 0 h 6983912"/>
              <a:gd name="connsiteX0" fmla="*/ 47897 w 8383630"/>
              <a:gd name="connsiteY0" fmla="*/ 0 h 6983912"/>
              <a:gd name="connsiteX1" fmla="*/ 210025 w 8383630"/>
              <a:gd name="connsiteY1" fmla="*/ 622570 h 6983912"/>
              <a:gd name="connsiteX2" fmla="*/ 2501 w 8383630"/>
              <a:gd name="connsiteY2" fmla="*/ 1757464 h 6983912"/>
              <a:gd name="connsiteX3" fmla="*/ 138689 w 8383630"/>
              <a:gd name="connsiteY3" fmla="*/ 2431915 h 6983912"/>
              <a:gd name="connsiteX4" fmla="*/ 722348 w 8383630"/>
              <a:gd name="connsiteY4" fmla="*/ 2749685 h 6983912"/>
              <a:gd name="connsiteX5" fmla="*/ 1403284 w 8383630"/>
              <a:gd name="connsiteY5" fmla="*/ 2905327 h 6983912"/>
              <a:gd name="connsiteX6" fmla="*/ 1727540 w 8383630"/>
              <a:gd name="connsiteY6" fmla="*/ 3177702 h 6983912"/>
              <a:gd name="connsiteX7" fmla="*/ 1850757 w 8383630"/>
              <a:gd name="connsiteY7" fmla="*/ 3476017 h 6983912"/>
              <a:gd name="connsiteX8" fmla="*/ 1870212 w 8383630"/>
              <a:gd name="connsiteY8" fmla="*/ 4241259 h 6983912"/>
              <a:gd name="connsiteX9" fmla="*/ 2129616 w 8383630"/>
              <a:gd name="connsiteY9" fmla="*/ 4876800 h 6983912"/>
              <a:gd name="connsiteX10" fmla="*/ 2706791 w 8383630"/>
              <a:gd name="connsiteY10" fmla="*/ 5389123 h 6983912"/>
              <a:gd name="connsiteX11" fmla="*/ 3446093 w 8383630"/>
              <a:gd name="connsiteY11" fmla="*/ 5551251 h 6983912"/>
              <a:gd name="connsiteX12" fmla="*/ 4036237 w 8383630"/>
              <a:gd name="connsiteY12" fmla="*/ 5395608 h 6983912"/>
              <a:gd name="connsiteX13" fmla="*/ 4535591 w 8383630"/>
              <a:gd name="connsiteY13" fmla="*/ 4967591 h 6983912"/>
              <a:gd name="connsiteX14" fmla="*/ 4924697 w 8383630"/>
              <a:gd name="connsiteY14" fmla="*/ 4824919 h 6983912"/>
              <a:gd name="connsiteX15" fmla="*/ 5313804 w 8383630"/>
              <a:gd name="connsiteY15" fmla="*/ 4948136 h 6983912"/>
              <a:gd name="connsiteX16" fmla="*/ 5663998 w 8383630"/>
              <a:gd name="connsiteY16" fmla="*/ 5389123 h 6983912"/>
              <a:gd name="connsiteX17" fmla="*/ 6079046 w 8383630"/>
              <a:gd name="connsiteY17" fmla="*/ 6180306 h 6983912"/>
              <a:gd name="connsiteX18" fmla="*/ 6734042 w 8383630"/>
              <a:gd name="connsiteY18" fmla="*/ 6627779 h 6983912"/>
              <a:gd name="connsiteX19" fmla="*/ 7479829 w 8383630"/>
              <a:gd name="connsiteY19" fmla="*/ 6763966 h 6983912"/>
              <a:gd name="connsiteX20" fmla="*/ 8225617 w 8383630"/>
              <a:gd name="connsiteY20" fmla="*/ 6718570 h 6983912"/>
              <a:gd name="connsiteX21" fmla="*/ 8232102 w 8383630"/>
              <a:gd name="connsiteY21" fmla="*/ 6486 h 6983912"/>
              <a:gd name="connsiteX22" fmla="*/ 47897 w 8383630"/>
              <a:gd name="connsiteY22" fmla="*/ 0 h 6983912"/>
              <a:gd name="connsiteX0" fmla="*/ 47897 w 8232102"/>
              <a:gd name="connsiteY0" fmla="*/ 0 h 6787183"/>
              <a:gd name="connsiteX1" fmla="*/ 210025 w 8232102"/>
              <a:gd name="connsiteY1" fmla="*/ 622570 h 6787183"/>
              <a:gd name="connsiteX2" fmla="*/ 2501 w 8232102"/>
              <a:gd name="connsiteY2" fmla="*/ 1757464 h 6787183"/>
              <a:gd name="connsiteX3" fmla="*/ 138689 w 8232102"/>
              <a:gd name="connsiteY3" fmla="*/ 2431915 h 6787183"/>
              <a:gd name="connsiteX4" fmla="*/ 722348 w 8232102"/>
              <a:gd name="connsiteY4" fmla="*/ 2749685 h 6787183"/>
              <a:gd name="connsiteX5" fmla="*/ 1403284 w 8232102"/>
              <a:gd name="connsiteY5" fmla="*/ 2905327 h 6787183"/>
              <a:gd name="connsiteX6" fmla="*/ 1727540 w 8232102"/>
              <a:gd name="connsiteY6" fmla="*/ 3177702 h 6787183"/>
              <a:gd name="connsiteX7" fmla="*/ 1850757 w 8232102"/>
              <a:gd name="connsiteY7" fmla="*/ 3476017 h 6787183"/>
              <a:gd name="connsiteX8" fmla="*/ 1870212 w 8232102"/>
              <a:gd name="connsiteY8" fmla="*/ 4241259 h 6787183"/>
              <a:gd name="connsiteX9" fmla="*/ 2129616 w 8232102"/>
              <a:gd name="connsiteY9" fmla="*/ 4876800 h 6787183"/>
              <a:gd name="connsiteX10" fmla="*/ 2706791 w 8232102"/>
              <a:gd name="connsiteY10" fmla="*/ 5389123 h 6787183"/>
              <a:gd name="connsiteX11" fmla="*/ 3446093 w 8232102"/>
              <a:gd name="connsiteY11" fmla="*/ 5551251 h 6787183"/>
              <a:gd name="connsiteX12" fmla="*/ 4036237 w 8232102"/>
              <a:gd name="connsiteY12" fmla="*/ 5395608 h 6787183"/>
              <a:gd name="connsiteX13" fmla="*/ 4535591 w 8232102"/>
              <a:gd name="connsiteY13" fmla="*/ 4967591 h 6787183"/>
              <a:gd name="connsiteX14" fmla="*/ 4924697 w 8232102"/>
              <a:gd name="connsiteY14" fmla="*/ 4824919 h 6787183"/>
              <a:gd name="connsiteX15" fmla="*/ 5313804 w 8232102"/>
              <a:gd name="connsiteY15" fmla="*/ 4948136 h 6787183"/>
              <a:gd name="connsiteX16" fmla="*/ 5663998 w 8232102"/>
              <a:gd name="connsiteY16" fmla="*/ 5389123 h 6787183"/>
              <a:gd name="connsiteX17" fmla="*/ 6079046 w 8232102"/>
              <a:gd name="connsiteY17" fmla="*/ 6180306 h 6787183"/>
              <a:gd name="connsiteX18" fmla="*/ 6734042 w 8232102"/>
              <a:gd name="connsiteY18" fmla="*/ 6627779 h 6787183"/>
              <a:gd name="connsiteX19" fmla="*/ 7479829 w 8232102"/>
              <a:gd name="connsiteY19" fmla="*/ 6763966 h 6787183"/>
              <a:gd name="connsiteX20" fmla="*/ 8225617 w 8232102"/>
              <a:gd name="connsiteY20" fmla="*/ 6718570 h 6787183"/>
              <a:gd name="connsiteX21" fmla="*/ 8232102 w 8232102"/>
              <a:gd name="connsiteY21" fmla="*/ 6486 h 6787183"/>
              <a:gd name="connsiteX22" fmla="*/ 47897 w 8232102"/>
              <a:gd name="connsiteY22" fmla="*/ 0 h 6787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232102" h="6787183">
                <a:moveTo>
                  <a:pt x="47897" y="0"/>
                </a:moveTo>
                <a:cubicBezTo>
                  <a:pt x="132744" y="164829"/>
                  <a:pt x="217591" y="329659"/>
                  <a:pt x="210025" y="622570"/>
                </a:cubicBezTo>
                <a:cubicBezTo>
                  <a:pt x="202459" y="915481"/>
                  <a:pt x="14390" y="1455907"/>
                  <a:pt x="2501" y="1757464"/>
                </a:cubicBezTo>
                <a:cubicBezTo>
                  <a:pt x="-9388" y="2059021"/>
                  <a:pt x="18715" y="2266545"/>
                  <a:pt x="138689" y="2431915"/>
                </a:cubicBezTo>
                <a:cubicBezTo>
                  <a:pt x="258663" y="2597285"/>
                  <a:pt x="511582" y="2670783"/>
                  <a:pt x="722348" y="2749685"/>
                </a:cubicBezTo>
                <a:cubicBezTo>
                  <a:pt x="933114" y="2828587"/>
                  <a:pt x="1235752" y="2833991"/>
                  <a:pt x="1403284" y="2905327"/>
                </a:cubicBezTo>
                <a:cubicBezTo>
                  <a:pt x="1570816" y="2976663"/>
                  <a:pt x="1652961" y="3082587"/>
                  <a:pt x="1727540" y="3177702"/>
                </a:cubicBezTo>
                <a:cubicBezTo>
                  <a:pt x="1802119" y="3272817"/>
                  <a:pt x="1826978" y="3298758"/>
                  <a:pt x="1850757" y="3476017"/>
                </a:cubicBezTo>
                <a:cubicBezTo>
                  <a:pt x="1874536" y="3653276"/>
                  <a:pt x="1823736" y="4007795"/>
                  <a:pt x="1870212" y="4241259"/>
                </a:cubicBezTo>
                <a:cubicBezTo>
                  <a:pt x="1916688" y="4474723"/>
                  <a:pt x="1990186" y="4685489"/>
                  <a:pt x="2129616" y="4876800"/>
                </a:cubicBezTo>
                <a:cubicBezTo>
                  <a:pt x="2269046" y="5068111"/>
                  <a:pt x="2487378" y="5276715"/>
                  <a:pt x="2706791" y="5389123"/>
                </a:cubicBezTo>
                <a:cubicBezTo>
                  <a:pt x="2926204" y="5501531"/>
                  <a:pt x="3224519" y="5550170"/>
                  <a:pt x="3446093" y="5551251"/>
                </a:cubicBezTo>
                <a:cubicBezTo>
                  <a:pt x="3667667" y="5552332"/>
                  <a:pt x="3854654" y="5492885"/>
                  <a:pt x="4036237" y="5395608"/>
                </a:cubicBezTo>
                <a:cubicBezTo>
                  <a:pt x="4217820" y="5298331"/>
                  <a:pt x="4387514" y="5062706"/>
                  <a:pt x="4535591" y="4967591"/>
                </a:cubicBezTo>
                <a:cubicBezTo>
                  <a:pt x="4683668" y="4872476"/>
                  <a:pt x="4794995" y="4828161"/>
                  <a:pt x="4924697" y="4824919"/>
                </a:cubicBezTo>
                <a:cubicBezTo>
                  <a:pt x="5054399" y="4821677"/>
                  <a:pt x="5190587" y="4854102"/>
                  <a:pt x="5313804" y="4948136"/>
                </a:cubicBezTo>
                <a:cubicBezTo>
                  <a:pt x="5437021" y="5042170"/>
                  <a:pt x="5536458" y="5183761"/>
                  <a:pt x="5663998" y="5389123"/>
                </a:cubicBezTo>
                <a:cubicBezTo>
                  <a:pt x="5791538" y="5594485"/>
                  <a:pt x="5900705" y="5973863"/>
                  <a:pt x="6079046" y="6180306"/>
                </a:cubicBezTo>
                <a:cubicBezTo>
                  <a:pt x="6257387" y="6386749"/>
                  <a:pt x="6500578" y="6530502"/>
                  <a:pt x="6734042" y="6627779"/>
                </a:cubicBezTo>
                <a:cubicBezTo>
                  <a:pt x="6967506" y="6725056"/>
                  <a:pt x="7231233" y="6748834"/>
                  <a:pt x="7479829" y="6763966"/>
                </a:cubicBezTo>
                <a:cubicBezTo>
                  <a:pt x="7728425" y="6779098"/>
                  <a:pt x="8018395" y="6825876"/>
                  <a:pt x="8225617" y="6718570"/>
                </a:cubicBezTo>
                <a:cubicBezTo>
                  <a:pt x="8227779" y="4481209"/>
                  <a:pt x="8229940" y="2243847"/>
                  <a:pt x="8232102" y="6486"/>
                </a:cubicBezTo>
                <a:lnTo>
                  <a:pt x="47897" y="0"/>
                </a:lnTo>
                <a:close/>
              </a:path>
            </a:pathLst>
          </a:custGeom>
          <a:gradFill flip="none" rotWithShape="1">
            <a:gsLst>
              <a:gs pos="0">
                <a:srgbClr val="B2F2E0"/>
              </a:gs>
              <a:gs pos="50000">
                <a:srgbClr val="73E1C8"/>
              </a:gs>
              <a:gs pos="98000">
                <a:srgbClr val="63E3EA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標題 1">
            <a:extLst>
              <a:ext uri="{FF2B5EF4-FFF2-40B4-BE49-F238E27FC236}">
                <a16:creationId xmlns:a16="http://schemas.microsoft.com/office/drawing/2014/main" id="{3558B2A7-D065-D64C-87D1-BCA085FC7C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00" y="2595872"/>
            <a:ext cx="5141761" cy="2215109"/>
          </a:xfrm>
        </p:spPr>
        <p:txBody>
          <a:bodyPr anchor="ctr"/>
          <a:lstStyle>
            <a:lvl1pPr algn="ctr">
              <a:defRPr sz="60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3D3F815C-4380-4849-9D62-F8426AEB1423}"/>
              </a:ext>
            </a:extLst>
          </p:cNvPr>
          <p:cNvSpPr txBox="1"/>
          <p:nvPr userDrawn="1"/>
        </p:nvSpPr>
        <p:spPr>
          <a:xfrm>
            <a:off x="8518359" y="912535"/>
            <a:ext cx="128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4800" dirty="0">
                <a:solidFill>
                  <a:schemeClr val="bg1"/>
                </a:solidFill>
              </a:rPr>
              <a:t>QBI</a:t>
            </a:r>
            <a:endParaRPr kumimoji="1" lang="zh-TW" altLang="en-US" sz="4800" dirty="0">
              <a:solidFill>
                <a:schemeClr val="bg1"/>
              </a:solidFill>
            </a:endParaRPr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C2BE2A0C-7922-4846-9AE1-E67B4FDCA3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5503" y="1818320"/>
            <a:ext cx="6629471" cy="4419647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470" y="454715"/>
            <a:ext cx="1294904" cy="174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93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D648351-AD5C-459E-B554-BDF659EF0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28A7FC3-E31E-4807-BD36-88E31AC44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BEC374-FB2E-427B-850E-5C2A5B1E2B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F6D01-A08A-4F6E-94FF-5A6EA0F82A38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ECDA4B-9AAE-4B6B-B975-7AE8815E05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57C9FA-D924-44C6-A210-BB13D0D22C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60747-42A3-4CF3-89E3-4201C11039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8179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12821/ecp/openapi/user/autologin?token=abcdefghijklmnopqrstuvwxyz&amp;loginName=user1&amp;language=zh-tw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124C9D1-D359-C64F-955E-15171A6E3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3901">
              <a:defRPr/>
            </a:pPr>
            <a:r>
              <a:rPr lang="en-US" altLang="zh-TW" kern="0" dirty="0"/>
              <a:t>SSO</a:t>
            </a:r>
            <a:r>
              <a:rPr lang="zh-TW" altLang="en-US" kern="0" dirty="0"/>
              <a:t>登入開發</a:t>
            </a:r>
            <a:endParaRPr lang="zh-CN" altLang="en-US" kern="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5A95D5B-CF05-6841-B31C-B525825335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D2E9-A074-4947-8D4B-504277700FDB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58029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03650AC-CA82-9040-7243-A42A01E26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QS</a:t>
            </a:r>
            <a:r>
              <a:rPr lang="zh-TW" altLang="en-US" dirty="0"/>
              <a:t>登入方式介紹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79CE39F-7946-2604-ED39-F2515FB5BC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D2E9-A074-4947-8D4B-504277700FDB}" type="slidenum">
              <a:rPr kumimoji="1" lang="zh-TW" altLang="en-US" smtClean="0"/>
              <a:t>2</a:t>
            </a:fld>
            <a:endParaRPr kumimoji="1" lang="zh-TW" altLang="en-US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3092BAA0-3529-11AC-68C0-D42993FC89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856" y="1825625"/>
            <a:ext cx="8496288" cy="4351338"/>
          </a:xfrm>
        </p:spPr>
      </p:pic>
    </p:spTree>
    <p:extLst>
      <p:ext uri="{BB962C8B-B14F-4D97-AF65-F5344CB8AC3E}">
        <p14:creationId xmlns:p14="http://schemas.microsoft.com/office/powerpoint/2010/main" val="1187546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7DC2D-18E4-BB9A-C7E7-224628CB8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F6D2556-0C8D-E56E-C46C-3549CAA5E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密碼強度僅限基本驗證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DD87E4B-E60E-92F3-09CB-6718C49887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D2E9-A074-4947-8D4B-504277700FDB}" type="slidenum">
              <a:rPr kumimoji="1" lang="zh-TW" altLang="en-US" smtClean="0"/>
              <a:t>3</a:t>
            </a:fld>
            <a:endParaRPr kumimoji="1" lang="zh-TW" altLang="en-US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DFF23D4D-CF6E-4D50-6DB9-0515BC2864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761650"/>
            <a:ext cx="10515600" cy="2479287"/>
          </a:xfrm>
        </p:spPr>
      </p:pic>
    </p:spTree>
    <p:extLst>
      <p:ext uri="{BB962C8B-B14F-4D97-AF65-F5344CB8AC3E}">
        <p14:creationId xmlns:p14="http://schemas.microsoft.com/office/powerpoint/2010/main" val="3473730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536FD-8148-A74C-08F5-84AD50CDC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0C14D7A-CCEA-535B-9A13-2B35A6283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密碼校驗</a:t>
            </a:r>
            <a:r>
              <a:rPr lang="en-US" altLang="zh-TW" dirty="0"/>
              <a:t>-</a:t>
            </a:r>
            <a:r>
              <a:rPr lang="zh-TW" altLang="en-US" dirty="0"/>
              <a:t>系統預設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4099F75-CE56-3327-94EE-AF8FF2FB57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D2E9-A074-4947-8D4B-504277700FDB}" type="slidenum">
              <a:rPr kumimoji="1" lang="zh-TW" altLang="en-US" smtClean="0"/>
              <a:t>4</a:t>
            </a:fld>
            <a:endParaRPr kumimoji="1" lang="zh-TW" altLang="en-US"/>
          </a:p>
        </p:txBody>
      </p:sp>
      <p:pic>
        <p:nvPicPr>
          <p:cNvPr id="14" name="內容版面配置區 13">
            <a:extLst>
              <a:ext uri="{FF2B5EF4-FFF2-40B4-BE49-F238E27FC236}">
                <a16:creationId xmlns:a16="http://schemas.microsoft.com/office/drawing/2014/main" id="{AA488819-1451-0E49-DCDB-1234DBBF2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69571"/>
            <a:ext cx="10515600" cy="4063446"/>
          </a:xfrm>
        </p:spPr>
      </p:pic>
    </p:spTree>
    <p:extLst>
      <p:ext uri="{BB962C8B-B14F-4D97-AF65-F5344CB8AC3E}">
        <p14:creationId xmlns:p14="http://schemas.microsoft.com/office/powerpoint/2010/main" val="3928477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0ECD5-3746-888A-9806-D6FF68117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6B6A111B-5AC8-1EF0-4B4E-30D8AD669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3901">
              <a:defRPr/>
            </a:pPr>
            <a:r>
              <a:rPr lang="zh-TW" altLang="en-US" sz="6000" kern="0" dirty="0"/>
              <a:t>整合外部驗密功能</a:t>
            </a:r>
            <a:endParaRPr lang="zh-CN" altLang="en-US" sz="6000" kern="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C92244C-8FB4-9BEF-E173-13DEC15B2D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D2E9-A074-4947-8D4B-504277700FDB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96757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F4A9B-93A9-05CE-B7E9-3168C7339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1CFDBC8-F247-B217-69C4-9FE391247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密碼校驗</a:t>
            </a:r>
            <a:r>
              <a:rPr lang="en-US" altLang="zh-TW" dirty="0"/>
              <a:t>-Active Directory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4092C13-17A2-732C-F06E-D29F76C7DF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D2E9-A074-4947-8D4B-504277700FDB}" type="slidenum">
              <a:rPr kumimoji="1" lang="zh-TW" altLang="en-US" smtClean="0"/>
              <a:t>6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39AF29E-D687-6CA8-B164-EB4AAE9B71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62648"/>
            <a:ext cx="10515600" cy="4077292"/>
          </a:xfrm>
        </p:spPr>
      </p:pic>
    </p:spTree>
    <p:extLst>
      <p:ext uri="{BB962C8B-B14F-4D97-AF65-F5344CB8AC3E}">
        <p14:creationId xmlns:p14="http://schemas.microsoft.com/office/powerpoint/2010/main" val="3864595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44B06-AEC6-4B32-1FB9-15F2E2C2D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1ED106D-5159-5BE6-4382-D08C269EE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密碼校驗</a:t>
            </a:r>
            <a:r>
              <a:rPr lang="en-US" altLang="zh-TW" dirty="0"/>
              <a:t>-Active Directory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4C69E91-ACD2-9198-29BC-D29DFAA619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D2E9-A074-4947-8D4B-504277700FDB}" type="slidenum">
              <a:rPr kumimoji="1" lang="zh-TW" altLang="en-US" smtClean="0"/>
              <a:t>7</a:t>
            </a:fld>
            <a:endParaRPr kumimoji="1"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ECEE4767-2432-57C9-1381-27CAFB558E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742201"/>
            <a:ext cx="10515600" cy="2518186"/>
          </a:xfrm>
        </p:spPr>
      </p:pic>
    </p:spTree>
    <p:extLst>
      <p:ext uri="{BB962C8B-B14F-4D97-AF65-F5344CB8AC3E}">
        <p14:creationId xmlns:p14="http://schemas.microsoft.com/office/powerpoint/2010/main" val="2147734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71B20-14F8-BBC5-268D-2DBCAA7C0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A1BE367-63FD-06C0-ADA5-88E5388CB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密碼校驗</a:t>
            </a:r>
            <a:r>
              <a:rPr lang="en-US" altLang="zh-TW" dirty="0"/>
              <a:t>-HTTP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D580B42-E1A5-1FA5-193B-A17078B340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D2E9-A074-4947-8D4B-504277700FDB}" type="slidenum">
              <a:rPr kumimoji="1" lang="zh-TW" altLang="en-US" smtClean="0"/>
              <a:t>8</a:t>
            </a:fld>
            <a:endParaRPr kumimoji="1" lang="zh-TW" altLang="en-US"/>
          </a:p>
        </p:txBody>
      </p:sp>
      <p:pic>
        <p:nvPicPr>
          <p:cNvPr id="20" name="內容版面配置區 19">
            <a:extLst>
              <a:ext uri="{FF2B5EF4-FFF2-40B4-BE49-F238E27FC236}">
                <a16:creationId xmlns:a16="http://schemas.microsoft.com/office/drawing/2014/main" id="{3E99C99C-9BE8-C1CC-27B2-01A3E62D68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26570"/>
            <a:ext cx="10515600" cy="4149448"/>
          </a:xfrm>
        </p:spPr>
      </p:pic>
    </p:spTree>
    <p:extLst>
      <p:ext uri="{BB962C8B-B14F-4D97-AF65-F5344CB8AC3E}">
        <p14:creationId xmlns:p14="http://schemas.microsoft.com/office/powerpoint/2010/main" val="3296763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EEC1B-201D-53F1-719B-F4A3F8967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94E4E52D-D7E6-87E0-B82B-5A666824D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密碼校驗</a:t>
            </a:r>
            <a:r>
              <a:rPr lang="en-US" altLang="zh-TW" dirty="0"/>
              <a:t>-HTTP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5495C63-4516-69E5-8F93-B6C8580E2A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D2E9-A074-4947-8D4B-504277700FDB}" type="slidenum">
              <a:rPr kumimoji="1" lang="zh-TW" altLang="en-US" smtClean="0"/>
              <a:t>9</a:t>
            </a:fld>
            <a:endParaRPr kumimoji="1"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CF588D90-719D-8DCA-D5BF-3CFDEFDBAC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58970"/>
            <a:ext cx="10515600" cy="2684647"/>
          </a:xfrm>
        </p:spPr>
      </p:pic>
    </p:spTree>
    <p:extLst>
      <p:ext uri="{BB962C8B-B14F-4D97-AF65-F5344CB8AC3E}">
        <p14:creationId xmlns:p14="http://schemas.microsoft.com/office/powerpoint/2010/main" val="2480390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67F1D-F3B6-5D7F-32CC-EE6EA0741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1E09CA0D-35F7-D463-51F3-79B8F3CFB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密碼校驗</a:t>
            </a:r>
            <a:r>
              <a:rPr lang="en-US" altLang="zh-TW" dirty="0"/>
              <a:t>-HTTP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0102314-8136-CE21-D867-377862A99B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D2E9-A074-4947-8D4B-504277700FDB}" type="slidenum">
              <a:rPr kumimoji="1" lang="zh-TW" altLang="en-US" smtClean="0"/>
              <a:t>10</a:t>
            </a:fld>
            <a:endParaRPr kumimoji="1" lang="zh-TW" altLang="en-US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0AA90D70-D055-09D5-60A7-11F7921B4F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2539" y="2428875"/>
            <a:ext cx="7427995" cy="2558394"/>
          </a:xfrm>
        </p:spPr>
      </p:pic>
    </p:spTree>
    <p:extLst>
      <p:ext uri="{BB962C8B-B14F-4D97-AF65-F5344CB8AC3E}">
        <p14:creationId xmlns:p14="http://schemas.microsoft.com/office/powerpoint/2010/main" val="3259605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A090D-AF62-ACFF-D6C9-80C164D2F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91ADE416-D078-580E-A648-02CB8C125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密碼校驗</a:t>
            </a:r>
            <a:r>
              <a:rPr lang="en-US" altLang="zh-TW" dirty="0"/>
              <a:t>-HTTP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3B9BE79-C616-FCB2-52ED-D363778745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D2E9-A074-4947-8D4B-504277700FDB}" type="slidenum">
              <a:rPr kumimoji="1" lang="zh-TW" altLang="en-US" smtClean="0"/>
              <a:t>11</a:t>
            </a:fld>
            <a:endParaRPr kumimoji="1"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8BA342E5-0CFF-D7FF-3257-4F44DBDC54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2417" y="2162712"/>
            <a:ext cx="5487166" cy="3677163"/>
          </a:xfrm>
        </p:spPr>
      </p:pic>
    </p:spTree>
    <p:extLst>
      <p:ext uri="{BB962C8B-B14F-4D97-AF65-F5344CB8AC3E}">
        <p14:creationId xmlns:p14="http://schemas.microsoft.com/office/powerpoint/2010/main" val="3327427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716E0-28EB-6DE1-6485-B50396B0A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9948C2FB-21CA-2483-E264-E68AAAC18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密碼校驗</a:t>
            </a:r>
            <a:r>
              <a:rPr lang="en-US" altLang="zh-TW" dirty="0"/>
              <a:t>-HTTP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67E0EDE-20A0-8800-7CE4-0509B5A885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D2E9-A074-4947-8D4B-504277700FDB}" type="slidenum">
              <a:rPr kumimoji="1" lang="zh-TW" altLang="en-US" smtClean="0"/>
              <a:t>12</a:t>
            </a:fld>
            <a:endParaRPr kumimoji="1"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98770468-35D2-6D78-AE0F-655CECB405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4312" y="3148687"/>
            <a:ext cx="5563376" cy="1705213"/>
          </a:xfrm>
        </p:spPr>
      </p:pic>
    </p:spTree>
    <p:extLst>
      <p:ext uri="{BB962C8B-B14F-4D97-AF65-F5344CB8AC3E}">
        <p14:creationId xmlns:p14="http://schemas.microsoft.com/office/powerpoint/2010/main" val="1094670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92ACA2-499B-4B85-3E24-CFFB81F5A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密碼校驗</a:t>
            </a:r>
            <a:r>
              <a:rPr lang="en-US" altLang="zh-TW" dirty="0"/>
              <a:t>-HTTP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1CA4ED46-7D1A-DBCB-F479-C092BFE00F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6438" y="1825625"/>
            <a:ext cx="7239123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4D9041-032B-F859-A4D1-569B018F47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D2E9-A074-4947-8D4B-504277700FDB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8358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606AE-2C6F-EA05-2611-CCD2EC350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D46733-102F-F6C4-D0DC-CC98FFC8B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密碼校驗</a:t>
            </a:r>
            <a:r>
              <a:rPr lang="en-US" altLang="zh-TW" dirty="0"/>
              <a:t>-HTTP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B8F2AA-7575-FC63-DC51-F16673CE2D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D2E9-A074-4947-8D4B-504277700FDB}" type="slidenum">
              <a:rPr kumimoji="1" lang="zh-TW" altLang="en-US" smtClean="0"/>
              <a:t>14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8C551D17-A3EE-CE3F-2B67-B471B6CCD5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57007"/>
            <a:ext cx="10515600" cy="3088573"/>
          </a:xfrm>
        </p:spPr>
      </p:pic>
    </p:spTree>
    <p:extLst>
      <p:ext uri="{BB962C8B-B14F-4D97-AF65-F5344CB8AC3E}">
        <p14:creationId xmlns:p14="http://schemas.microsoft.com/office/powerpoint/2010/main" val="210001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5E64A-91E6-D483-D8BB-00BF5A619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565B0A-E895-6F3F-A6E6-93E87540C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密碼校驗</a:t>
            </a:r>
            <a:r>
              <a:rPr lang="en-US" altLang="zh-TW" dirty="0"/>
              <a:t>-HTTP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EF76CE-A5FC-BF77-5D5D-31FEE0B4F1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D2E9-A074-4947-8D4B-504277700FDB}" type="slidenum">
              <a:rPr kumimoji="1" lang="zh-TW" altLang="en-US" smtClean="0"/>
              <a:t>15</a:t>
            </a:fld>
            <a:endParaRPr kumimoji="1"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8FAEB893-400E-6845-825D-A5B949FB99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87887"/>
            <a:ext cx="10515600" cy="2826813"/>
          </a:xfrm>
        </p:spPr>
      </p:pic>
    </p:spTree>
    <p:extLst>
      <p:ext uri="{BB962C8B-B14F-4D97-AF65-F5344CB8AC3E}">
        <p14:creationId xmlns:p14="http://schemas.microsoft.com/office/powerpoint/2010/main" val="2341579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124C9D1-D359-C64F-955E-15171A6E3A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defTabSz="913901">
              <a:defRPr/>
            </a:pPr>
            <a:r>
              <a:rPr lang="zh-TW" altLang="en-US" sz="6000" kern="0" dirty="0"/>
              <a:t>透過外部系統登入</a:t>
            </a:r>
            <a:endParaRPr lang="zh-CN" altLang="en-US" sz="6000" kern="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5A95D5B-CF05-6841-B31C-B525825335E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86E6D2E9-A074-4947-8D4B-504277700FDB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19381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83AC634-82A0-64DD-5073-09A2E182C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允許通過其它系統登入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C528064-B2D2-5856-A3AA-F3DA3F4EA8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45600"/>
            <a:ext cx="10515600" cy="3711388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C157B90-943E-D4B0-65EA-FAE0E4A593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D2E9-A074-4947-8D4B-504277700FDB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04652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CCE3C-9AEA-A38A-AB6A-820F79FF4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4EAAC14-362B-DCCC-4BA6-CE5D9DD40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允許通過其它系統登入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762DF97-98C2-1B49-8733-6E8B60B8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D2E9-A074-4947-8D4B-504277700FDB}" type="slidenum">
              <a:rPr kumimoji="1" lang="zh-TW" altLang="en-US" smtClean="0"/>
              <a:t>18</a:t>
            </a:fld>
            <a:endParaRPr kumimoji="1" lang="zh-TW" altLang="en-US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212C1445-D02C-2828-672F-5263221F43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049451"/>
            <a:ext cx="10515600" cy="1903686"/>
          </a:xfrm>
        </p:spPr>
      </p:pic>
    </p:spTree>
    <p:extLst>
      <p:ext uri="{BB962C8B-B14F-4D97-AF65-F5344CB8AC3E}">
        <p14:creationId xmlns:p14="http://schemas.microsoft.com/office/powerpoint/2010/main" val="756295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E6481-A236-C3B5-7095-4C74FFEAE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69BF758A-3ED2-534C-06B7-DD25ABFDC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允許通過其它系統登入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4ECE9E6-45AA-5545-524F-B83D0E8C58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D2E9-A074-4947-8D4B-504277700FDB}" type="slidenum">
              <a:rPr kumimoji="1" lang="zh-TW" altLang="en-US" smtClean="0"/>
              <a:t>19</a:t>
            </a:fld>
            <a:endParaRPr kumimoji="1"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92C5840A-246A-9DD2-0266-F45D2FBE79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8644" y="1825625"/>
            <a:ext cx="10174712" cy="4351338"/>
          </a:xfrm>
        </p:spPr>
      </p:pic>
    </p:spTree>
    <p:extLst>
      <p:ext uri="{BB962C8B-B14F-4D97-AF65-F5344CB8AC3E}">
        <p14:creationId xmlns:p14="http://schemas.microsoft.com/office/powerpoint/2010/main" val="3875165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675C1-BF0A-1136-1D80-C7B69D6E0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1F9609E-BCC8-B216-1765-328D5D4A5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允許通過其它系統登入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E84A2B5-1085-A6A9-86D6-A242F53BA8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D2E9-A074-4947-8D4B-504277700FDB}" type="slidenum">
              <a:rPr kumimoji="1" lang="zh-TW" altLang="en-US" smtClean="0"/>
              <a:t>20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4F563647-096C-EA10-848D-F051CC7278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41100"/>
            <a:ext cx="10515600" cy="2920387"/>
          </a:xfrm>
        </p:spPr>
      </p:pic>
    </p:spTree>
    <p:extLst>
      <p:ext uri="{BB962C8B-B14F-4D97-AF65-F5344CB8AC3E}">
        <p14:creationId xmlns:p14="http://schemas.microsoft.com/office/powerpoint/2010/main" val="349275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730D7-3117-2458-BA8A-A8756F771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072C000-0C17-C22F-C75A-5B55FAB13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允許通過其它系統登入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EF1EB4F-F6BF-AA52-B688-DB8EC33BA5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D2E9-A074-4947-8D4B-504277700FDB}" type="slidenum">
              <a:rPr kumimoji="1" lang="zh-TW" altLang="en-US" smtClean="0"/>
              <a:t>21</a:t>
            </a:fld>
            <a:endParaRPr kumimoji="1"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CF67352A-AFA0-6BBF-4782-F592C081C4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81829"/>
            <a:ext cx="10515600" cy="3038929"/>
          </a:xfrm>
        </p:spPr>
      </p:pic>
    </p:spTree>
    <p:extLst>
      <p:ext uri="{BB962C8B-B14F-4D97-AF65-F5344CB8AC3E}">
        <p14:creationId xmlns:p14="http://schemas.microsoft.com/office/powerpoint/2010/main" val="28476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1C4B5-3006-8548-9B27-0556AE945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C79309-266E-6FC0-49A1-9CB2FACA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允許通過其它系統登入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56D6D86-5F99-853B-E882-086B227DB9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D2E9-A074-4947-8D4B-504277700FDB}" type="slidenum">
              <a:rPr kumimoji="1" lang="zh-TW" altLang="en-US" smtClean="0"/>
              <a:t>22</a:t>
            </a:fld>
            <a:endParaRPr kumimoji="1" lang="zh-TW" altLang="en-US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BFE2A37C-C58A-C14A-55D7-63479DD6C1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" y="1273173"/>
            <a:ext cx="10515600" cy="2652853"/>
          </a:xfr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CBD6C277-34AF-DE08-057B-7BBEAF25C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016" y="3693004"/>
            <a:ext cx="4524984" cy="314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0724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E89BB-893A-4457-0B9C-8D4B80ADF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703CE0F-47C9-BEEF-FD65-72A3862B1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允許通過其它系統登入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6929532-6A37-99AB-E63B-9389030163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D2E9-A074-4947-8D4B-504277700FDB}" type="slidenum">
              <a:rPr kumimoji="1" lang="zh-TW" altLang="en-US" smtClean="0"/>
              <a:t>23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1E65540-694B-BAFE-2EAB-0E632B216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在瀏覽器輸入</a:t>
            </a:r>
            <a:endParaRPr lang="en-US" altLang="zh-TW" dirty="0"/>
          </a:p>
          <a:p>
            <a:r>
              <a:rPr lang="en-US" altLang="zh-TW" dirty="0">
                <a:hlinkClick r:id="rId2"/>
              </a:rPr>
              <a:t>http://localhost:12821/ecp/openapi/user/autologin?token=abcdefghijklmnopqrstuvwxyz&amp;loginName=user1&amp;language=zh-tw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63691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A6595-42D4-238D-8C04-3866950A0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136E9864-225D-7088-3CD2-54F8959DC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允許通過其它系統登入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FFF9047-5163-9C00-C2E9-5C8C0F1DCA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D2E9-A074-4947-8D4B-504277700FDB}" type="slidenum">
              <a:rPr kumimoji="1" lang="zh-TW" altLang="en-US" smtClean="0"/>
              <a:t>24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67549BB1-6EB0-3C31-9C42-A9A43330E4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24881"/>
            <a:ext cx="10515600" cy="3952826"/>
          </a:xfrm>
        </p:spPr>
      </p:pic>
    </p:spTree>
    <p:extLst>
      <p:ext uri="{BB962C8B-B14F-4D97-AF65-F5344CB8AC3E}">
        <p14:creationId xmlns:p14="http://schemas.microsoft.com/office/powerpoint/2010/main" val="3886642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Office PowerPoint</Application>
  <PresentationFormat>寬螢幕</PresentationFormat>
  <Paragraphs>50</Paragraphs>
  <Slides>24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0" baseType="lpstr">
      <vt:lpstr>等线 Light</vt:lpstr>
      <vt:lpstr>新細明體</vt:lpstr>
      <vt:lpstr>Arial</vt:lpstr>
      <vt:lpstr>Calibri</vt:lpstr>
      <vt:lpstr>Calibri Light</vt:lpstr>
      <vt:lpstr>Office 佈景主題</vt:lpstr>
      <vt:lpstr>SSO登入開發</vt:lpstr>
      <vt:lpstr>QS登入方式介紹</vt:lpstr>
      <vt:lpstr>密碼強度僅限基本驗證</vt:lpstr>
      <vt:lpstr>密碼校驗-系統預設</vt:lpstr>
      <vt:lpstr>整合外部驗密功能</vt:lpstr>
      <vt:lpstr>密碼校驗-Active Directory</vt:lpstr>
      <vt:lpstr>密碼校驗-Active Directory</vt:lpstr>
      <vt:lpstr>密碼校驗-HTTP</vt:lpstr>
      <vt:lpstr>密碼校驗-HTTP</vt:lpstr>
      <vt:lpstr>密碼校驗-HTTP</vt:lpstr>
      <vt:lpstr>密碼校驗-HTTP</vt:lpstr>
      <vt:lpstr>密碼校驗-HTTP</vt:lpstr>
      <vt:lpstr>密碼校驗-HTTP</vt:lpstr>
      <vt:lpstr>密碼校驗-HTTP</vt:lpstr>
      <vt:lpstr>密碼校驗-HTTP</vt:lpstr>
      <vt:lpstr>透過外部系統登入</vt:lpstr>
      <vt:lpstr>允許通過其它系統登入</vt:lpstr>
      <vt:lpstr>允許通過其它系統登入</vt:lpstr>
      <vt:lpstr>允許通過其它系統登入</vt:lpstr>
      <vt:lpstr>允許通過其它系統登入</vt:lpstr>
      <vt:lpstr>允許通過其它系統登入</vt:lpstr>
      <vt:lpstr>允許通過其它系統登入</vt:lpstr>
      <vt:lpstr>允許通過其它系統登入</vt:lpstr>
      <vt:lpstr>允許通過其它系統登入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SSO登入開發</dc:title>
  <dc:creator>Lance Wu</dc:creator>
  <cp:lastModifiedBy>Lance Wu</cp:lastModifiedBy>
  <cp:revision>1</cp:revision>
  <dcterms:created xsi:type="dcterms:W3CDTF">2026-04-28T02:33:41Z</dcterms:created>
  <dcterms:modified xsi:type="dcterms:W3CDTF">2026-04-28T02:34:17Z</dcterms:modified>
</cp:coreProperties>
</file>